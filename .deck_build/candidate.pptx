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187abecc7045f4" /><Relationship Type="http://schemas.openxmlformats.org/officeDocument/2006/relationships/extended-properties" Target="/docProps/app.xml" Id="R4721b0bfe3c14c8f" /><Relationship Type="http://schemas.openxmlformats.org/officeDocument/2006/relationships/officeDocument" Target="/ppt/presentation.xml" Id="Rd7fb0c8001224e5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ca0772ca3a7487e"/>
  </p:sldMasterIdLst>
  <p:notesMasterIdLst>
    <p:notesMasterId xmlns:r="http://schemas.openxmlformats.org/officeDocument/2006/relationships" r:id="R0822779878634eff"/>
  </p:notesMasterIdLst>
  <p:sldIdLst>
    <p:sldId xmlns:r="http://schemas.openxmlformats.org/officeDocument/2006/relationships" id="256" r:id="Rd02098e5583148a8"/>
    <p:sldId xmlns:r="http://schemas.openxmlformats.org/officeDocument/2006/relationships" id="257" r:id="R596a3c9edea04216"/>
    <p:sldId xmlns:r="http://schemas.openxmlformats.org/officeDocument/2006/relationships" id="258" r:id="R6d32c2714db543af"/>
    <p:sldId xmlns:r="http://schemas.openxmlformats.org/officeDocument/2006/relationships" id="259" r:id="Rf2ef90f20a684938"/>
    <p:sldId xmlns:r="http://schemas.openxmlformats.org/officeDocument/2006/relationships" id="260" r:id="R3037c0a2ab834f38"/>
    <p:sldId xmlns:r="http://schemas.openxmlformats.org/officeDocument/2006/relationships" id="261" r:id="R96609e50b33d4300"/>
    <p:sldId xmlns:r="http://schemas.openxmlformats.org/officeDocument/2006/relationships" id="262" r:id="R03837bd2772241bb"/>
    <p:sldId xmlns:r="http://schemas.openxmlformats.org/officeDocument/2006/relationships" id="263" r:id="Rbb9bc8ad5afa4dcf"/>
    <p:sldId xmlns:r="http://schemas.openxmlformats.org/officeDocument/2006/relationships" id="264" r:id="Rb2dc85da73df4482"/>
    <p:sldId xmlns:r="http://schemas.openxmlformats.org/officeDocument/2006/relationships" id="265" r:id="R402be4e55ac84fff"/>
    <p:sldId xmlns:r="http://schemas.openxmlformats.org/officeDocument/2006/relationships" id="266" r:id="R6bb63948a6c84b71"/>
    <p:sldId xmlns:r="http://schemas.openxmlformats.org/officeDocument/2006/relationships" id="267" r:id="Rcd75b48eda244aff"/>
    <p:sldId xmlns:r="http://schemas.openxmlformats.org/officeDocument/2006/relationships" id="268" r:id="R32e257bb1df44586"/>
    <p:sldId xmlns:r="http://schemas.openxmlformats.org/officeDocument/2006/relationships" id="269" r:id="Rbad9be7fbcd04e53"/>
    <p:sldId xmlns:r="http://schemas.openxmlformats.org/officeDocument/2006/relationships" id="270" r:id="Ra2c48a1a3b2c4c8b"/>
    <p:sldId xmlns:r="http://schemas.openxmlformats.org/officeDocument/2006/relationships" id="271" r:id="Rfb524c918ff545f5"/>
    <p:sldId xmlns:r="http://schemas.openxmlformats.org/officeDocument/2006/relationships" id="272" r:id="Re185e9f8da154560"/>
  </p:sldIdLst>
  <p:sldSz cx="12192000" cy="6858000"/>
  <p:notesSz cx="6858000" cy="9144000"/>
  <p:embeddedFontLst>
    <p:embeddedFont>
      <p:font typeface="Tahoma"/>
      <p:regular xmlns:r="http://schemas.openxmlformats.org/officeDocument/2006/relationships" r:id="R8450287c82a64508"/>
      <p:bold xmlns:r="http://schemas.openxmlformats.org/officeDocument/2006/relationships" r:id="Rf1b6e0714932436f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a4d1f502243e0" /><Relationship Type="http://schemas.openxmlformats.org/officeDocument/2006/relationships/slideMaster" Target="/ppt/slideMasters/slideMaster1.xml" Id="R9ca0772ca3a7487e" /><Relationship Type="http://schemas.openxmlformats.org/officeDocument/2006/relationships/notesMaster" Target="/ppt/notesMasters/notesMaster1.xml" Id="R0822779878634eff" /><Relationship Type="http://schemas.openxmlformats.org/officeDocument/2006/relationships/presProps" Target="/ppt/presProps.xml" Id="R175fcbca8bb34a76" /><Relationship Type="http://schemas.openxmlformats.org/officeDocument/2006/relationships/viewProps" Target="/ppt/viewProps.xml" Id="R8a525219e19445c4" /><Relationship Type="http://schemas.openxmlformats.org/officeDocument/2006/relationships/tableStyles" Target="/ppt/tableStyles.xml" Id="Rb51cbcb236e148ef" /><Relationship Type="http://schemas.openxmlformats.org/officeDocument/2006/relationships/font" Target="/ppt/fonts/font.dat" Id="R8450287c82a64508" /><Relationship Type="http://schemas.openxmlformats.org/officeDocument/2006/relationships/font" Target="/ppt/fonts/font2.dat" Id="Rf1b6e0714932436f" /><Relationship Type="http://schemas.openxmlformats.org/officeDocument/2006/relationships/slide" Target="/ppt/slides/slide1.xml" Id="Rd02098e5583148a8" /><Relationship Type="http://schemas.openxmlformats.org/officeDocument/2006/relationships/slide" Target="/ppt/slides/slide2.xml" Id="R596a3c9edea04216" /><Relationship Type="http://schemas.openxmlformats.org/officeDocument/2006/relationships/slide" Target="/ppt/slides/slide3.xml" Id="R6d32c2714db543af" /><Relationship Type="http://schemas.openxmlformats.org/officeDocument/2006/relationships/slide" Target="/ppt/slides/slide4.xml" Id="Rf2ef90f20a684938" /><Relationship Type="http://schemas.openxmlformats.org/officeDocument/2006/relationships/slide" Target="/ppt/slides/slide5.xml" Id="R3037c0a2ab834f38" /><Relationship Type="http://schemas.openxmlformats.org/officeDocument/2006/relationships/slide" Target="/ppt/slides/slide6.xml" Id="R96609e50b33d4300" /><Relationship Type="http://schemas.openxmlformats.org/officeDocument/2006/relationships/slide" Target="/ppt/slides/slide7.xml" Id="R03837bd2772241bb" /><Relationship Type="http://schemas.openxmlformats.org/officeDocument/2006/relationships/slide" Target="/ppt/slides/slide8.xml" Id="Rbb9bc8ad5afa4dcf" /><Relationship Type="http://schemas.openxmlformats.org/officeDocument/2006/relationships/slide" Target="/ppt/slides/slide9.xml" Id="Rb2dc85da73df4482" /><Relationship Type="http://schemas.openxmlformats.org/officeDocument/2006/relationships/slide" Target="/ppt/slides/slide10.xml" Id="R402be4e55ac84fff" /><Relationship Type="http://schemas.openxmlformats.org/officeDocument/2006/relationships/slide" Target="/ppt/slides/slide11.xml" Id="R6bb63948a6c84b71" /><Relationship Type="http://schemas.openxmlformats.org/officeDocument/2006/relationships/slide" Target="/ppt/slides/slide12.xml" Id="Rcd75b48eda244aff" /><Relationship Type="http://schemas.openxmlformats.org/officeDocument/2006/relationships/slide" Target="/ppt/slides/slide13.xml" Id="R32e257bb1df44586" /><Relationship Type="http://schemas.openxmlformats.org/officeDocument/2006/relationships/slide" Target="/ppt/slides/slide14.xml" Id="Rbad9be7fbcd04e53" /><Relationship Type="http://schemas.openxmlformats.org/officeDocument/2006/relationships/slide" Target="/ppt/slides/slide15.xml" Id="Ra2c48a1a3b2c4c8b" /><Relationship Type="http://schemas.openxmlformats.org/officeDocument/2006/relationships/slide" Target="/ppt/slides/slide16.xml" Id="Rfb524c918ff545f5" /><Relationship Type="http://schemas.openxmlformats.org/officeDocument/2006/relationships/slide" Target="/ppt/slides/slide17.xml" Id="Re185e9f8da15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c039049c240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6eb8bb37e480e" /><Relationship Type="http://schemas.openxmlformats.org/officeDocument/2006/relationships/notesMaster" Target="/ppt/notesMasters/notesMaster1.xml" Id="R8608a2ec3cc844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d54331e9124181" /><Relationship Type="http://schemas.openxmlformats.org/officeDocument/2006/relationships/notesMaster" Target="/ppt/notesMasters/notesMaster1.xml" Id="Ree425ac6ed7448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8c50bd6384be6" /><Relationship Type="http://schemas.openxmlformats.org/officeDocument/2006/relationships/notesMaster" Target="/ppt/notesMasters/notesMaster1.xml" Id="R56c624c0384146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811a337de4428a" /><Relationship Type="http://schemas.openxmlformats.org/officeDocument/2006/relationships/notesMaster" Target="/ppt/notesMasters/notesMaster1.xml" Id="Rcdb97286fe62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8ffbe769ab4900" /><Relationship Type="http://schemas.openxmlformats.org/officeDocument/2006/relationships/notesMaster" Target="/ppt/notesMasters/notesMaster1.xml" Id="R3e32a5088e8d4e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8118a4e33e43d9" /><Relationship Type="http://schemas.openxmlformats.org/officeDocument/2006/relationships/notesMaster" Target="/ppt/notesMasters/notesMaster1.xml" Id="R558e19ed348745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4d66c3dd24a1c" /><Relationship Type="http://schemas.openxmlformats.org/officeDocument/2006/relationships/notesMaster" Target="/ppt/notesMasters/notesMaster1.xml" Id="R3613e3d1461d4f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e3622853f74cac" /><Relationship Type="http://schemas.openxmlformats.org/officeDocument/2006/relationships/notesMaster" Target="/ppt/notesMasters/notesMaster1.xml" Id="R4f312858e03b4e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79164960964a32" /><Relationship Type="http://schemas.openxmlformats.org/officeDocument/2006/relationships/notesMaster" Target="/ppt/notesMasters/notesMaster1.xml" Id="R3c571f922b2b40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3957615f4f44f1" /><Relationship Type="http://schemas.openxmlformats.org/officeDocument/2006/relationships/notesMaster" Target="/ppt/notesMasters/notesMaster1.xml" Id="R2a7c6063b99a4e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b2a59dc4a04d8b" /><Relationship Type="http://schemas.openxmlformats.org/officeDocument/2006/relationships/notesMaster" Target="/ppt/notesMasters/notesMaster1.xml" Id="Rb8a3d1a79ebb41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20767eaeb14c36" /><Relationship Type="http://schemas.openxmlformats.org/officeDocument/2006/relationships/notesMaster" Target="/ppt/notesMasters/notesMaster1.xml" Id="R5b050f040b5546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ed6c6f50524ec8" /><Relationship Type="http://schemas.openxmlformats.org/officeDocument/2006/relationships/notesMaster" Target="/ppt/notesMasters/notesMaster1.xml" Id="Ra356752f4f2341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d2688cc3bd40f9" /><Relationship Type="http://schemas.openxmlformats.org/officeDocument/2006/relationships/notesMaster" Target="/ppt/notesMasters/notesMaster1.xml" Id="R6b90d7d8d60145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b4364cbf9c41ca" /><Relationship Type="http://schemas.openxmlformats.org/officeDocument/2006/relationships/notesMaster" Target="/ppt/notesMasters/notesMaster1.xml" Id="Rd0535aade94142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8ed0f265f9417e" /><Relationship Type="http://schemas.openxmlformats.org/officeDocument/2006/relationships/notesMaster" Target="/ppt/notesMasters/notesMaster1.xml" Id="Rf78a4c5a755f40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fcf875e47b4cd1" /><Relationship Type="http://schemas.openxmlformats.org/officeDocument/2006/relationships/notesMaster" Target="/ppt/notesMasters/notesMaster1.xml" Id="Ra3ad50783c3c4e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e27ca1f424e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832ddcd38460c" /><Relationship Type="http://schemas.openxmlformats.org/officeDocument/2006/relationships/image" Target="/ppt/media/image.png" Id="R36afcce6f7294071" /><Relationship Type="http://schemas.openxmlformats.org/officeDocument/2006/relationships/image" Target="/ppt/media/image.jpeg" Id="R8268437f178f4e75" /><Relationship Type="http://schemas.openxmlformats.org/officeDocument/2006/relationships/image" Target="/ppt/media/image2.png" Id="Rc4cf18d6c3ed4d2c" /><Relationship Type="http://schemas.openxmlformats.org/officeDocument/2006/relationships/image" Target="/ppt/media/image3.png" Id="Rea858708f95a4273" /></Relationships>
</file>

<file path=ppt/slideLayouts/slideLayout1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9">
            <a:extLst xmlns:a="http://schemas.openxmlformats.org/drawingml/2006/main">
              <a:ext uri="{FF2B5EF4-FFF2-40B4-BE49-F238E27FC236}">
                <a16:creationId xmlns:a16="http://schemas.microsoft.com/office/drawing/2014/main" id="{1A33A716-A3BA-41EF-9624-65967F59F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1033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9">
            <a:extLst xmlns:a="http://schemas.openxmlformats.org/drawingml/2006/main">
              <a:ext uri="{FF2B5EF4-FFF2-40B4-BE49-F238E27FC236}">
                <a16:creationId xmlns:a16="http://schemas.microsoft.com/office/drawing/2014/main" id="{40B9E622-D16E-4CA8-B2FB-34A83F2C6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4343400"/>
            <a:ext cx="8839200" cy="1760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5" name="Google Shape;15;p9">
            <a:extLst xmlns:a="http://schemas.openxmlformats.org/drawingml/2006/main">
              <a:ext uri="{FF2B5EF4-FFF2-40B4-BE49-F238E27FC236}">
                <a16:creationId xmlns:a16="http://schemas.microsoft.com/office/drawing/2014/main" id="{B1759103-C684-48B0-922A-2B7E0C08F0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854955" y="6452527"/>
            <a:ext cx="246697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6" name="Google Shape;16;p9">
            <a:extLst xmlns:a="http://schemas.openxmlformats.org/drawingml/2006/main">
              <a:ext uri="{FF2B5EF4-FFF2-40B4-BE49-F238E27FC236}">
                <a16:creationId xmlns:a16="http://schemas.microsoft.com/office/drawing/2014/main" id="{FF5BD218-B66D-41FA-A252-718B16287F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7" name="Google Shape;17;p9">
            <a:extLst xmlns:a="http://schemas.openxmlformats.org/drawingml/2006/main">
              <a:ext uri="{FF2B5EF4-FFF2-40B4-BE49-F238E27FC236}">
                <a16:creationId xmlns:a16="http://schemas.microsoft.com/office/drawing/2014/main" id="{8887A460-4CF4-40B6-8390-8F4937915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2pPr>
            <a:lvl3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4pPr>
            <a:lvl5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5pPr>
            <a:lvl6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6pPr>
            <a:lvl7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7pPr>
            <a:lvl8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8pPr>
            <a:lvl9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3810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matchingName="Title Only" type="obj">
  <p:cSld name="OBJEC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19;p10">
            <a:extLst xmlns:a="http://schemas.openxmlformats.org/drawingml/2006/main">
              <a:ext uri="{FF2B5EF4-FFF2-40B4-BE49-F238E27FC236}">
                <a16:creationId xmlns:a16="http://schemas.microsoft.com/office/drawing/2014/main" id="{D3EC67A5-0A38-4D58-A9D9-D0217CB3C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afcce6f72940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1742" y="-283845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Google Shape;20;p10">
            <a:extLst xmlns:a="http://schemas.openxmlformats.org/drawingml/2006/main">
              <a:ext uri="{FF2B5EF4-FFF2-40B4-BE49-F238E27FC236}">
                <a16:creationId xmlns:a16="http://schemas.microsoft.com/office/drawing/2014/main" id="{D6EEE7EF-72EF-4D65-A18C-A849D417F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1033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0">
            <a:extLst xmlns:a="http://schemas.openxmlformats.org/drawingml/2006/main">
              <a:ext uri="{FF2B5EF4-FFF2-40B4-BE49-F238E27FC236}">
                <a16:creationId xmlns:a16="http://schemas.microsoft.com/office/drawing/2014/main" id="{7178A010-5D7B-462F-8994-FD110C5D54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2pPr>
            <a:lvl3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4pPr>
            <a:lvl5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5pPr>
            <a:lvl6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6pPr>
            <a:lvl7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7pPr>
            <a:lvl8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8pPr>
            <a:lvl9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3810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2" name="Google Shape;22;p10">
            <a:extLst xmlns:a="http://schemas.openxmlformats.org/drawingml/2006/main">
              <a:ext uri="{FF2B5EF4-FFF2-40B4-BE49-F238E27FC236}">
                <a16:creationId xmlns:a16="http://schemas.microsoft.com/office/drawing/2014/main" id="{28F7DE1B-F0A9-4920-8D14-1358D32D0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68437f178f4e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215900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F7B9C587-F45A-4104-AD1E-FD9B076DC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cf18d6c3ed4d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0200" y="762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CA9DE6E7-6399-419A-BAEC-CB1901B53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858708f95a42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34600" y="0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98c896d00436b" /><Relationship Type="http://schemas.openxmlformats.org/officeDocument/2006/relationships/slideLayout" Target="/ppt/slideLayouts/slideLayout1.xml" Id="Ra77d47efeaec4a0f" /><Relationship Type="http://schemas.openxmlformats.org/officeDocument/2006/relationships/slideLayout" Target="/ppt/slideLayouts/slideLayout2.xml" Id="R06a89dc8fdd5458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8">
            <a:extLst xmlns:a="http://schemas.openxmlformats.org/drawingml/2006/main">
              <a:ext uri="{FF2B5EF4-FFF2-40B4-BE49-F238E27FC236}">
                <a16:creationId xmlns:a16="http://schemas.microsoft.com/office/drawing/2014/main" id="{1D071CDC-4580-46BF-A447-27C20E5627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0" y="215900"/>
            <a:ext cx="5962650" cy="1033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8">
            <a:extLst xmlns:a="http://schemas.openxmlformats.org/drawingml/2006/main">
              <a:ext uri="{FF2B5EF4-FFF2-40B4-BE49-F238E27FC236}">
                <a16:creationId xmlns:a16="http://schemas.microsoft.com/office/drawing/2014/main" id="{5089A0E8-6D39-404B-A44E-406C9B4032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2pPr>
            <a:lvl3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4pPr>
            <a:lvl5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5pPr>
            <a:lvl6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6pPr>
            <a:lvl7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7pPr>
            <a:lvl8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8pPr>
            <a:lvl9pPr marL="3810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3810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7d47efeaec4a0f"/>
    <p:sldLayoutId xmlns:r="http://schemas.openxmlformats.org/officeDocument/2006/relationships" id="2147483650" r:id="R06a89dc8fdd5458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fb33396846a6" /><Relationship Type="http://schemas.openxmlformats.org/officeDocument/2006/relationships/image" Target="/ppt/media/image.png" Id="R61be89ba273e49a9" /><Relationship Type="http://schemas.openxmlformats.org/officeDocument/2006/relationships/image" Target="/ppt/media/image.jpeg" Id="R308dcc8ee9a545c4" /><Relationship Type="http://schemas.openxmlformats.org/officeDocument/2006/relationships/image" Target="/ppt/media/image2.png" Id="R92fadf92ce0747d2" /><Relationship Type="http://schemas.openxmlformats.org/officeDocument/2006/relationships/image" Target="/ppt/media/image3.png" Id="R7e53e0e9f2d9408e" /><Relationship Type="http://schemas.openxmlformats.org/officeDocument/2006/relationships/notesSlide" Target="/ppt/notesSlides/notesSlide1.xml" Id="R68a66ab9e2cd42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ac0b8d0e3e4b1c" /><Relationship Type="http://schemas.openxmlformats.org/officeDocument/2006/relationships/image" Target="/ppt/media/image.png" Id="R63eb043b6f1c48b6" /><Relationship Type="http://schemas.openxmlformats.org/officeDocument/2006/relationships/image" Target="/ppt/media/image.jpeg" Id="R7fb2e73ace304279" /><Relationship Type="http://schemas.openxmlformats.org/officeDocument/2006/relationships/image" Target="/ppt/media/image2.png" Id="R7efcbb92fa2746d0" /><Relationship Type="http://schemas.openxmlformats.org/officeDocument/2006/relationships/image" Target="/ppt/media/image3.png" Id="Rcffa659407b643c7" /><Relationship Type="http://schemas.openxmlformats.org/officeDocument/2006/relationships/notesSlide" Target="/ppt/notesSlides/notesSlide2.xml" Id="R3ceae9ec970741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7629a343c947d0" /><Relationship Type="http://schemas.openxmlformats.org/officeDocument/2006/relationships/image" Target="/ppt/media/image.png" Id="Ra1296baef0574d49" /><Relationship Type="http://schemas.openxmlformats.org/officeDocument/2006/relationships/image" Target="/ppt/media/image.jpeg" Id="R199f430b45ae4a3f" /><Relationship Type="http://schemas.openxmlformats.org/officeDocument/2006/relationships/image" Target="/ppt/media/image2.png" Id="R54142dc922f24ecd" /><Relationship Type="http://schemas.openxmlformats.org/officeDocument/2006/relationships/image" Target="/ppt/media/image3.png" Id="R6abb1105d8cc4de5" /><Relationship Type="http://schemas.openxmlformats.org/officeDocument/2006/relationships/notesSlide" Target="/ppt/notesSlides/notesSlide3.xml" Id="Rd1a7561ccde44e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d536f0eee418b" /><Relationship Type="http://schemas.openxmlformats.org/officeDocument/2006/relationships/image" Target="/ppt/media/image.png" Id="R8abb4d811d15444d" /><Relationship Type="http://schemas.openxmlformats.org/officeDocument/2006/relationships/image" Target="/ppt/media/image.jpeg" Id="R7db94a8acf9d4b56" /><Relationship Type="http://schemas.openxmlformats.org/officeDocument/2006/relationships/image" Target="/ppt/media/image2.png" Id="Rb832391fd48f4f6c" /><Relationship Type="http://schemas.openxmlformats.org/officeDocument/2006/relationships/image" Target="/ppt/media/image3.png" Id="Rb91aff368e4f4885" /><Relationship Type="http://schemas.openxmlformats.org/officeDocument/2006/relationships/notesSlide" Target="/ppt/notesSlides/notesSlide4.xml" Id="R85714e4594ed45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661b4c1fbf478e" /><Relationship Type="http://schemas.openxmlformats.org/officeDocument/2006/relationships/image" Target="/ppt/media/image.png" Id="Rcf1b288f097f4c1c" /><Relationship Type="http://schemas.openxmlformats.org/officeDocument/2006/relationships/image" Target="/ppt/media/image.jpeg" Id="Re32502f16ff14be8" /><Relationship Type="http://schemas.openxmlformats.org/officeDocument/2006/relationships/image" Target="/ppt/media/image2.png" Id="R1d910ff2c5ea4bef" /><Relationship Type="http://schemas.openxmlformats.org/officeDocument/2006/relationships/image" Target="/ppt/media/image3.png" Id="R659346a7197f421b" /><Relationship Type="http://schemas.openxmlformats.org/officeDocument/2006/relationships/notesSlide" Target="/ppt/notesSlides/notesSlide5.xml" Id="R201f535e967a45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49f8630574b02" /><Relationship Type="http://schemas.openxmlformats.org/officeDocument/2006/relationships/image" Target="/ppt/media/image.png" Id="R4d4e706127d84e33" /><Relationship Type="http://schemas.openxmlformats.org/officeDocument/2006/relationships/image" Target="/ppt/media/image.jpeg" Id="R15d6828e00c0429a" /><Relationship Type="http://schemas.openxmlformats.org/officeDocument/2006/relationships/image" Target="/ppt/media/image2.png" Id="Rfae3e6fa2e5a48f3" /><Relationship Type="http://schemas.openxmlformats.org/officeDocument/2006/relationships/image" Target="/ppt/media/image3.png" Id="Rb843836b60eb4e99" /><Relationship Type="http://schemas.openxmlformats.org/officeDocument/2006/relationships/notesSlide" Target="/ppt/notesSlides/notesSlide6.xml" Id="R951c62f0701c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ccf24ddd14bde" /><Relationship Type="http://schemas.openxmlformats.org/officeDocument/2006/relationships/image" Target="/ppt/media/image.png" Id="Ra8f3e069832345b4" /><Relationship Type="http://schemas.openxmlformats.org/officeDocument/2006/relationships/image" Target="/ppt/media/image.jpeg" Id="Rcdca521e21fa4cf4" /><Relationship Type="http://schemas.openxmlformats.org/officeDocument/2006/relationships/image" Target="/ppt/media/image2.png" Id="R2cb7c60777ce46f4" /><Relationship Type="http://schemas.openxmlformats.org/officeDocument/2006/relationships/image" Target="/ppt/media/image3.png" Id="Rb51d9d02502c4138" /><Relationship Type="http://schemas.openxmlformats.org/officeDocument/2006/relationships/notesSlide" Target="/ppt/notesSlides/notesSlide7.xml" Id="R7c1faaaac088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32473d8db4d00" /><Relationship Type="http://schemas.openxmlformats.org/officeDocument/2006/relationships/image" Target="/ppt/media/image.png" Id="R7b0b65ac452b4c69" /><Relationship Type="http://schemas.openxmlformats.org/officeDocument/2006/relationships/image" Target="/ppt/media/image.jpeg" Id="R3a8dc9c3ed5047ba" /><Relationship Type="http://schemas.openxmlformats.org/officeDocument/2006/relationships/image" Target="/ppt/media/image2.png" Id="Rc9a92ec9882047e9" /><Relationship Type="http://schemas.openxmlformats.org/officeDocument/2006/relationships/image" Target="/ppt/media/image3.png" Id="Rae39d5f28b684490" /><Relationship Type="http://schemas.openxmlformats.org/officeDocument/2006/relationships/notesSlide" Target="/ppt/notesSlides/notesSlide8.xml" Id="Rf30b017275a447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3f6b7b08a54151" /><Relationship Type="http://schemas.openxmlformats.org/officeDocument/2006/relationships/image" Target="/ppt/media/image.png" Id="R663daf0017d04747" /><Relationship Type="http://schemas.openxmlformats.org/officeDocument/2006/relationships/image" Target="/ppt/media/image.jpeg" Id="R73250782df3b4da3" /><Relationship Type="http://schemas.openxmlformats.org/officeDocument/2006/relationships/image" Target="/ppt/media/image2.png" Id="R100799dfaed14cce" /><Relationship Type="http://schemas.openxmlformats.org/officeDocument/2006/relationships/image" Target="/ppt/media/image3.png" Id="Rb1320b1b7ba44ebb" /><Relationship Type="http://schemas.openxmlformats.org/officeDocument/2006/relationships/notesSlide" Target="/ppt/notesSlides/notesSlide9.xml" Id="R08640fca578a49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98492cc4234e58" /><Relationship Type="http://schemas.openxmlformats.org/officeDocument/2006/relationships/image" Target="/ppt/media/image.png" Id="R00ff0044b2a74d81" /><Relationship Type="http://schemas.openxmlformats.org/officeDocument/2006/relationships/image" Target="/ppt/media/image.jpeg" Id="R9349386d3b76489c" /><Relationship Type="http://schemas.openxmlformats.org/officeDocument/2006/relationships/image" Target="/ppt/media/image2.png" Id="Rf2ee85f185cf456a" /><Relationship Type="http://schemas.openxmlformats.org/officeDocument/2006/relationships/image" Target="/ppt/media/image3.png" Id="Rc7006cc5f93449f4" /><Relationship Type="http://schemas.openxmlformats.org/officeDocument/2006/relationships/notesSlide" Target="/ppt/notesSlides/notesSlide10.xml" Id="R0a9fd6ea86a9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28bcc30f84e5e" /><Relationship Type="http://schemas.openxmlformats.org/officeDocument/2006/relationships/image" Target="/ppt/media/image.png" Id="Rfb97c024907f4361" /><Relationship Type="http://schemas.openxmlformats.org/officeDocument/2006/relationships/image" Target="/ppt/media/image.jpeg" Id="R39f55f74d45b4548" /><Relationship Type="http://schemas.openxmlformats.org/officeDocument/2006/relationships/image" Target="/ppt/media/image2.png" Id="Rd2f781725f2f4f87" /><Relationship Type="http://schemas.openxmlformats.org/officeDocument/2006/relationships/image" Target="/ppt/media/image3.png" Id="Rf442db49ebd64553" /><Relationship Type="http://schemas.openxmlformats.org/officeDocument/2006/relationships/notesSlide" Target="/ppt/notesSlides/notesSlide11.xml" Id="R988a1c7946c74d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1b4e53f5149b3" /><Relationship Type="http://schemas.openxmlformats.org/officeDocument/2006/relationships/image" Target="/ppt/media/image.png" Id="R75b1ca52909b49af" /><Relationship Type="http://schemas.openxmlformats.org/officeDocument/2006/relationships/image" Target="/ppt/media/image.jpeg" Id="Re49ee5e0bd264062" /><Relationship Type="http://schemas.openxmlformats.org/officeDocument/2006/relationships/image" Target="/ppt/media/image2.png" Id="R1690e2adb2cc4080" /><Relationship Type="http://schemas.openxmlformats.org/officeDocument/2006/relationships/image" Target="/ppt/media/image3.png" Id="Rbceee3e6903548a4" /><Relationship Type="http://schemas.openxmlformats.org/officeDocument/2006/relationships/notesSlide" Target="/ppt/notesSlides/notesSlide12.xml" Id="R007258a6410b4f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0aeed6d48a4efa" /><Relationship Type="http://schemas.openxmlformats.org/officeDocument/2006/relationships/image" Target="/ppt/media/image.png" Id="R79ecd8a6819d4047" /><Relationship Type="http://schemas.openxmlformats.org/officeDocument/2006/relationships/image" Target="/ppt/media/image.jpeg" Id="R3325fb8c0726471d" /><Relationship Type="http://schemas.openxmlformats.org/officeDocument/2006/relationships/image" Target="/ppt/media/image2.png" Id="Rc9b42beec905456f" /><Relationship Type="http://schemas.openxmlformats.org/officeDocument/2006/relationships/image" Target="/ppt/media/image3.png" Id="Rc9b2c8dc026c4e9e" /><Relationship Type="http://schemas.openxmlformats.org/officeDocument/2006/relationships/notesSlide" Target="/ppt/notesSlides/notesSlide13.xml" Id="R66b59643045d43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df38202f64ef8" /><Relationship Type="http://schemas.openxmlformats.org/officeDocument/2006/relationships/image" Target="/ppt/media/image.png" Id="R7ae5b446bd72414c" /><Relationship Type="http://schemas.openxmlformats.org/officeDocument/2006/relationships/image" Target="/ppt/media/image.jpeg" Id="Rb2bd310fb5ec4a2f" /><Relationship Type="http://schemas.openxmlformats.org/officeDocument/2006/relationships/image" Target="/ppt/media/image2.png" Id="R6a55d515296948a2" /><Relationship Type="http://schemas.openxmlformats.org/officeDocument/2006/relationships/image" Target="/ppt/media/image3.png" Id="Rc604465f3ed44096" /><Relationship Type="http://schemas.openxmlformats.org/officeDocument/2006/relationships/notesSlide" Target="/ppt/notesSlides/notesSlide14.xml" Id="Rce8a15d5d5a54c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8455c17f4340a0" /><Relationship Type="http://schemas.openxmlformats.org/officeDocument/2006/relationships/image" Target="/ppt/media/image.png" Id="R63595b1ce87f4d33" /><Relationship Type="http://schemas.openxmlformats.org/officeDocument/2006/relationships/image" Target="/ppt/media/image.jpeg" Id="R68199d4571a64861" /><Relationship Type="http://schemas.openxmlformats.org/officeDocument/2006/relationships/image" Target="/ppt/media/image2.png" Id="Rc8e34d06992841dc" /><Relationship Type="http://schemas.openxmlformats.org/officeDocument/2006/relationships/image" Target="/ppt/media/image3.png" Id="Readf2a846ba44805" /><Relationship Type="http://schemas.openxmlformats.org/officeDocument/2006/relationships/notesSlide" Target="/ppt/notesSlides/notesSlide15.xml" Id="R78be505ef34b40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d81b8f48504b9a" /><Relationship Type="http://schemas.openxmlformats.org/officeDocument/2006/relationships/image" Target="/ppt/media/image.png" Id="R9fc9a76ce3e24f22" /><Relationship Type="http://schemas.openxmlformats.org/officeDocument/2006/relationships/image" Target="/ppt/media/image.jpeg" Id="Rdd23c79b60c74748" /><Relationship Type="http://schemas.openxmlformats.org/officeDocument/2006/relationships/image" Target="/ppt/media/image2.png" Id="R3193a5d625234cae" /><Relationship Type="http://schemas.openxmlformats.org/officeDocument/2006/relationships/image" Target="/ppt/media/image3.png" Id="Reb2c693972e44627" /><Relationship Type="http://schemas.openxmlformats.org/officeDocument/2006/relationships/notesSlide" Target="/ppt/notesSlides/notesSlide16.xml" Id="R5af12d91c15344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b23de260f4022" /><Relationship Type="http://schemas.openxmlformats.org/officeDocument/2006/relationships/notesSlide" Target="/ppt/notesSlides/notesSlide17.xml" Id="R77a514f1e5854f92" 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855850BC-0CB5-48F1-99D2-4FE997C5A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be89ba273e49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1769" y="-216534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" name="Google Shape;30;p1">
            <a:extLst xmlns:a="http://schemas.openxmlformats.org/drawingml/2006/main">
              <a:ext uri="{FF2B5EF4-FFF2-40B4-BE49-F238E27FC236}">
                <a16:creationId xmlns:a16="http://schemas.microsoft.com/office/drawing/2014/main" id="{F463E211-27C9-43E8-A3D6-F5FB6EC64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133350"/>
            <a:ext cx="5962650" cy="996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0">
                <a:solidFill>
                  <a:srgbClr val="006FC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006F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6FC0"/>
                </a:solidFill>
                <a:latin typeface="Times New Roman"/>
                <a:ea typeface="Times New Roman"/>
                <a:cs typeface="Times New Roman"/>
              </a:rPr>
              <a:t>COLLEGE GRIEVANCE</a:t>
            </a:r>
            <a:endParaRPr sz="6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006F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6FC0"/>
                </a:solidFill>
                <a:latin typeface="Times New Roman"/>
                <a:ea typeface="Times New Roman"/>
                <a:cs typeface="Times New Roman"/>
              </a:rPr>
              <a:t>MANAGEMENT SYSTEM</a:t>
            </a:r>
            <a:endParaRPr sz="6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7785E91D-31ED-48FA-BDA4-11A312A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7905750" cy="12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Theme: Campus 2.0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2400"/>
              <a:buFont typeface="Arial"/>
              <a:buChar char="•"/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PS Category: Software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2400"/>
              <a:buFont typeface="Arial"/>
              <a:buChar char="•"/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Team Name: [INSERT TEAM NAME]</a:t>
            </a: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9250" lvl="0" indent="-33655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2400"/>
              <a:buFont typeface="Arial"/>
              <a:buChar char="•"/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Team Members: [INSERT TEAM MEMBERS]</a:t>
            </a:r>
            <a:endParaRPr sz="2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0BE8CB99-CF24-4757-A18C-1C53CA59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440AEB29-1F0C-4200-B834-C951A6941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854955" y="6452527"/>
            <a:ext cx="2466975" cy="200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700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WebGenZ Idea submission- Template</a:t>
            </a:r>
            <a:endParaRPr/>
          </a:p>
        </p:txBody>
      </p:sp>
      <p:sp>
        <p:nvSpPr>
          <p:cNvPr id="34" name="Google Shape;34;p1">
            <a:extLst xmlns:a="http://schemas.openxmlformats.org/drawingml/2006/main">
              <a:ext uri="{FF2B5EF4-FFF2-40B4-BE49-F238E27FC236}">
                <a16:creationId xmlns:a16="http://schemas.microsoft.com/office/drawing/2014/main" id="{A02C3022-EAB1-453C-9184-CE72904B5F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35" name="Google Shape;35;p1">
            <a:extLst xmlns:a="http://schemas.openxmlformats.org/drawingml/2006/main">
              <a:ext uri="{FF2B5EF4-FFF2-40B4-BE49-F238E27FC236}">
                <a16:creationId xmlns:a16="http://schemas.microsoft.com/office/drawing/2014/main" id="{E23B8034-8D22-456C-BC6D-58FC156F9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8dcc8ee9a545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3F57BA39-0ADF-4C16-B421-E86505C0B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fadf92ce0747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7609" y="173774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A78AE6BB-DE2A-4DFD-A336-39AB1558E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53e0e9f2d940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71481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84B9A7-3182-4270-8A21-B570E008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3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BA32E060-3609-4FB2-930B-687CDE78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40" name="subtitle-tagline">
            <a:extLst xmlns:a="http://schemas.openxmlformats.org/drawingml/2006/main">
              <a:ext uri="{FF2B5EF4-FFF2-40B4-BE49-F238E27FC236}">
                <a16:creationId xmlns:a16="http://schemas.microsoft.com/office/drawing/2014/main" id="{0A18383F-2E24-4F49-B10F-62B7B71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i="1">
                <a:solidFill>
                  <a:srgbClr val="006F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i="1">
                <a:solidFill>
                  <a:srgbClr val="006FC0"/>
                </a:solidFill>
                <a:latin typeface="Arial"/>
                <a:ea typeface="Arial"/>
                <a:cs typeface="Arial"/>
              </a:defRPr>
            </a:pPr>
            <a:r>
              <a:rPr sz="1800" i="1">
                <a:solidFill>
                  <a:srgbClr val="006FC0"/>
                </a:solidFill>
                <a:latin typeface="Arial"/>
                <a:ea typeface="Arial"/>
                <a:cs typeface="Arial"/>
              </a:rPr>
              <a:t>“Smart • Secure • Transparent Grievance Resolution”</a:t>
            </a:r>
          </a:p>
        </p:txBody>
      </p:sp>
    </p:spTree>
    <p:extLst>
      <p:ext uri="{BB962C8B-B14F-4D97-AF65-F5344CB8AC3E}">
        <p14:creationId xmlns:p14="http://schemas.microsoft.com/office/powerpoint/2010/main" val="410198401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5820A3-3EA3-42EA-A98C-41FF005FF044}"/>
              </a:ext>
            </a:extLst>
          </p:cNvPr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8953500" y="51435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FB1949-EC87-4830-9F3D-FF5B53A98C6E}"/>
              </a:ext>
            </a:extLst>
          </p:cNvPr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8953500" y="4552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63B3C2-03FE-4025-B732-B7535C65DE26}"/>
              </a:ext>
            </a:extLst>
          </p:cNvPr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8953500" y="3962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2092D1-46FB-4CE8-960A-CE4A4693F64D}"/>
              </a:ext>
            </a:extLst>
          </p:cNvPr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953500" y="3371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39F4A6-C09D-4EBB-9936-D4A44D8A9F63}"/>
              </a:ext>
            </a:extLst>
          </p:cNvPr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8953500" y="27813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87AE61-5BE3-4069-9304-650A25937908}"/>
              </a:ext>
            </a:extLst>
          </p:cNvPr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953500" y="21907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eb043b6f1c48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ABSTRACT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b2e73ace3042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fcbb92fa2746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fa659407b643c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E1C5B9-226F-4311-89B1-12BFF2EA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FF399A1-F6C0-4AC9-9314-B274E6A5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90024B-22FC-42CC-9914-1A591799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585787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One portal for student grievances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Secure complaint submission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Admin review and classification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Routing to the relevant staff / in-charge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Staff progress updates and solution proof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Admin verification before closure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Traceable complaint history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6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Role-based access for each user</a:t>
            </a:r>
          </a:p>
        </p:txBody>
      </p:sp>
      <p:sp>
        <p:nvSpPr>
          <p:cNvPr id="53" name="abstract-flow-title">
            <a:extLst xmlns:a="http://schemas.openxmlformats.org/drawingml/2006/main">
              <a:ext uri="{FF2B5EF4-FFF2-40B4-BE49-F238E27FC236}">
                <a16:creationId xmlns:a16="http://schemas.microsoft.com/office/drawing/2014/main" id="{748FFB62-8AF5-4EA6-887A-956A8B48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525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FC0"/>
                </a:solidFill>
                <a:latin typeface="Arial"/>
                <a:ea typeface="Arial"/>
                <a:cs typeface="Arial"/>
              </a:rPr>
              <a:t>GRIEVANCE RESOLUTION PATH</a:t>
            </a:r>
          </a:p>
        </p:txBody>
      </p:sp>
      <p:sp>
        <p:nvSpPr>
          <p:cNvPr id="54" name="abstract-step-1">
            <a:extLst xmlns:a="http://schemas.openxmlformats.org/drawingml/2006/main">
              <a:ext uri="{FF2B5EF4-FFF2-40B4-BE49-F238E27FC236}">
                <a16:creationId xmlns:a16="http://schemas.microsoft.com/office/drawing/2014/main" id="{AEBD2AA2-9AD5-4CB9-8226-4657DD5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55" name="abstract-step-2">
            <a:extLst xmlns:a="http://schemas.openxmlformats.org/drawingml/2006/main">
              <a:ext uri="{FF2B5EF4-FFF2-40B4-BE49-F238E27FC236}">
                <a16:creationId xmlns:a16="http://schemas.microsoft.com/office/drawing/2014/main" id="{01959994-7902-4198-BDF3-61CA02F6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COMPLAINT</a:t>
            </a:r>
          </a:p>
        </p:txBody>
      </p:sp>
      <p:sp>
        <p:nvSpPr>
          <p:cNvPr id="56" name="abstract-step-3">
            <a:extLst xmlns:a="http://schemas.openxmlformats.org/drawingml/2006/main">
              <a:ext uri="{FF2B5EF4-FFF2-40B4-BE49-F238E27FC236}">
                <a16:creationId xmlns:a16="http://schemas.microsoft.com/office/drawing/2014/main" id="{9C421853-50BF-471F-9384-60E71154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 REVIEW</a:t>
            </a:r>
          </a:p>
        </p:txBody>
      </p:sp>
      <p:sp>
        <p:nvSpPr>
          <p:cNvPr id="57" name="abstract-step-4">
            <a:extLst xmlns:a="http://schemas.openxmlformats.org/drawingml/2006/main">
              <a:ext uri="{FF2B5EF4-FFF2-40B4-BE49-F238E27FC236}">
                <a16:creationId xmlns:a16="http://schemas.microsoft.com/office/drawing/2014/main" id="{401C44AE-CA1F-43B3-8ABE-BBEB809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STAFF / IN-CHARGE</a:t>
            </a:r>
          </a:p>
        </p:txBody>
      </p:sp>
      <p:sp>
        <p:nvSpPr>
          <p:cNvPr id="58" name="abstract-step-5">
            <a:extLst xmlns:a="http://schemas.openxmlformats.org/drawingml/2006/main">
              <a:ext uri="{FF2B5EF4-FFF2-40B4-BE49-F238E27FC236}">
                <a16:creationId xmlns:a16="http://schemas.microsoft.com/office/drawing/2014/main" id="{DEA5E08E-9210-49FE-8B53-3C57F05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59" name="abstract-step-6">
            <a:extLst xmlns:a="http://schemas.openxmlformats.org/drawingml/2006/main">
              <a:ext uri="{FF2B5EF4-FFF2-40B4-BE49-F238E27FC236}">
                <a16:creationId xmlns:a16="http://schemas.microsoft.com/office/drawing/2014/main" id="{A7D044D6-F185-47D9-9A50-DBCDEF09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 VERIFICATION</a:t>
            </a:r>
          </a:p>
        </p:txBody>
      </p:sp>
      <p:sp>
        <p:nvSpPr>
          <p:cNvPr id="60" name="abstract-step-7">
            <a:extLst xmlns:a="http://schemas.openxmlformats.org/drawingml/2006/main">
              <a:ext uri="{FF2B5EF4-FFF2-40B4-BE49-F238E27FC236}">
                <a16:creationId xmlns:a16="http://schemas.microsoft.com/office/drawing/2014/main" id="{D148C7E9-CEAA-4107-9CA9-DADA21C9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RESOLVED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296baef0574d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825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WHY IS A GRIEVANCE MANAGEMENT SYSTEM NEEDED?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9f430b45ae4a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142dc922f24e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bb1105d8cc4d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EBEE1C-0C78-4B0C-A276-555B42CC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4CDBAB7-C518-4D62-9F15-FB6A74DB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988118-DDE7-4823-AE50-745FE7C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238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Manual handling makes complaints hard to track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Students may not know whom to approach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Complaints can be delayed or lost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Students need clear status visibility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D63BB9-BD7F-4CA6-9623-8BBFF9AD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381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Admins need a view of pending and resolved issues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Staff need complaints routed by stream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Solution verification needs a recorded trail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995431-F489-49D2-A826-232D202C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FC0"/>
                </a:solidFill>
                <a:latin typeface="Arial"/>
                <a:ea typeface="Arial"/>
                <a:cs typeface="Arial"/>
              </a:rPr>
              <a:t>CURRENT / MANUAL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750F65-0593-4FA1-B7CF-89DBB432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FC0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7B6EF0-E529-4F12-BC83-01D4A84D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A8B7C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Complaint  →  Person  →  Follow-up  →  Unclear status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C944B6-05BB-4E1C-99C9-9AA384D9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538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Complaint  →  Admin  →  Assigned staff  →  Solution  →  Verification  →  Resolved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FE705B-28ED-42B0-8B5C-773F97C9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Centralized review, routing and verification make each step visible.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bb4d811d1544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98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IMPORTANCE OF OUR WEBSITE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b94a8acf9d4b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32391fd48f4f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1aff368e4f48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23F9D4-DDB6-4BA6-B6B2-A0829E83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483853D8-69A3-4CB5-8D07-A49D8C5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06523E-E012-4C7E-B5C7-376E879F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9A00FC-E56B-4D8A-B11F-1E9FEB0D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478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Centralized grievance management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BAB00C-915A-46F4-8D33-AFA35C89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907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55238B-6717-4D25-9156-16FACE6E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9EBC26-DC81-447D-8F15-5F22B14C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Faster complaint routing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114D21-3E60-462A-9C13-7D41EFCC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D57326-9385-4ABB-9214-6715C7F0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FA330A-92F0-4CC0-A7CA-B2005263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Transparent complaint status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3C641F-F16E-4C5B-A663-046910C8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E4136F-4223-481D-87B8-7F8D7BC2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51432A-D86F-437A-AA74-9C614C0E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student authentication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816056-9B52-4A27-A8F3-77F959E2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0A1926-60C2-4173-A0B9-86FBEFA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5763F4-9668-470D-AC8D-481FE92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Role-based access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A5433E-B17B-41BB-B9A3-1448380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99BB20-9EF1-4B6A-B1DD-3116893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478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Proper staff assignment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4812CA-93D4-40C4-A3C9-7B251D2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907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1D3483-2B9F-446C-87AE-5FDC4A64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B74344-CA82-4AAD-870E-111D1966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Proof-based resolution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C3D682-AC0F-40E0-ACA5-5E9EE2B7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289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A2F6F5-C830-456E-B684-E1B54369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71942C-3087-4010-9269-D3BB174B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242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Complaint history and audit trail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678C6D-103C-4E3E-AC0F-5C2DF760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671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39DF08-EE8C-4E3D-B235-B5A5D4E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55305B-1E76-4E1B-8F43-3D4A899E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624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Reduced manual communication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BA8269-AEA5-4B54-9704-BC44EA29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05325"/>
            <a:ext cx="497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DDE9C8-068A-4675-8411-80C33BC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24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425951-AC46-4163-B7E3-22F1A6CE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111"/>
                </a:solidFill>
                <a:latin typeface="Arial"/>
                <a:ea typeface="Arial"/>
                <a:cs typeface="Arial"/>
              </a:rPr>
              <a:t>Better student-administration interaction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1b288f097f4c1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USER ROLES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2502f16ff14b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910ff2c5ea4b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9346a7197f42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69EE8A-7B31-4C33-8138-C4611892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CB6EFAD9-DC94-41B0-A83C-91B9FCA7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543AD3-6A3C-42FB-BDA0-6AC454BF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36385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2F6C43-BDBD-475A-90A2-D3B807C8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2FC37C-003C-4005-AE97-2959AE5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14525"/>
            <a:ext cx="34099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Register and verify email with OTP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Login with Roll ID and password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Submit grievances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Upload optional supporting proof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Track status and view complaint history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Edit before admin acceptance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919DD7-6936-4C17-B66D-64DCCFD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38275"/>
            <a:ext cx="36385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2D52A6-D2FE-479D-AD35-5DB17933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382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STAFF / IN-CHARGE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BBB446-94A0-4B21-A65F-D34B55F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14525"/>
            <a:ext cx="34099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View assigned complaints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Start complaint resolution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Add remarks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Submit a solution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Upload solution proof</a:t>
            </a:r>
          </a:p>
          <a:p xmlns:a="http://schemas.openxmlformats.org/drawingml/2006/main">
            <a:pPr algn="l">
              <a:defRPr sz="124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4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Update assigned complaint progress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2FDAE2-7D05-4A3F-9F38-EAB47100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6385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5C6B11-5A64-42D8-9EFD-2DB70C71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2CB728-5774-44C0-816D-350C7BC5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14525"/>
            <a:ext cx="34099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Approve or reject student registrations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Review and accept or reject complaints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Classify streams and assign staff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Verify solutions and reopen unresolved complaints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Manage students, staff, streams and academic years</a:t>
            </a:r>
          </a:p>
          <a:p xmlns:a="http://schemas.openxmlformats.org/drawingml/2006/main">
            <a:pPr algn="l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Monitor grievance progress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02E3792-3CCE-4854-8BC1-45F2FDE2A5A9}"/>
              </a:ext>
            </a:extLst>
          </p:cNvPr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334500" y="41243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975CF48-B22C-41C5-A53F-9D6891C436E4}"/>
              </a:ext>
            </a:extLst>
          </p:cNvPr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7505700" y="41243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C7F230B-0BEB-420B-A701-3109088D2B14}"/>
              </a:ext>
            </a:extLst>
          </p:cNvPr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5676900" y="41243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1F6767-F1E6-404F-8F6F-8565552E1DDE}"/>
              </a:ext>
            </a:extLst>
          </p:cNvPr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3848100" y="41243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A72F9BF-59DD-4DFF-925C-66597ED53197}"/>
              </a:ext>
            </a:extLst>
          </p:cNvPr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019300" y="41243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F3C407-C98C-4ACD-BDF9-1E783E24A113}"/>
              </a:ext>
            </a:extLst>
          </p:cNvPr>
          <p:cNvCxnSpPr>
            <a:stCxn xmlns:a="http://schemas.openxmlformats.org/drawingml/2006/main" id="65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11096625" y="23907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A1017EB-4020-4ED0-BCDC-D91E6614934E}"/>
              </a:ext>
            </a:extLst>
          </p:cNvPr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191125" y="28289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50C1CBB-FBC0-438C-98CD-2D55396CF44E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3524250" y="28289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00D39F-C55E-423B-83A9-86FABA527620}"/>
              </a:ext>
            </a:extLst>
          </p:cNvPr>
          <p:cNvCxnSpPr>
            <a:stCxn xmlns:a="http://schemas.openxmlformats.org/drawingml/2006/main" id="70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2762250" y="23907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7BF2CF-DA3F-4172-9C69-461E84875981}"/>
              </a:ext>
            </a:extLst>
          </p:cNvPr>
          <p:cNvCxnSpPr>
            <a:stCxn xmlns:a="http://schemas.openxmlformats.org/drawingml/2006/main" id="69" idx="1"/>
            <a:endCxn xmlns:a="http://schemas.openxmlformats.org/drawingml/2006/main" id="70" idx="3"/>
          </p:cNvCxnSpPr>
          <p:nvPr/>
        </p:nvCxnSpPr>
        <p:spPr>
          <a:xfrm xmlns:a="http://schemas.openxmlformats.org/drawingml/2006/main" flipH="1">
            <a:off x="3524250" y="21812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2CD00A-BAD3-45C1-95D5-C1F3A0FD36DD}"/>
              </a:ext>
            </a:extLst>
          </p:cNvPr>
          <p:cNvCxnSpPr>
            <a:stCxn xmlns:a="http://schemas.openxmlformats.org/drawingml/2006/main" id="68" idx="1"/>
            <a:endCxn xmlns:a="http://schemas.openxmlformats.org/drawingml/2006/main" id="69" idx="3"/>
          </p:cNvCxnSpPr>
          <p:nvPr/>
        </p:nvCxnSpPr>
        <p:spPr>
          <a:xfrm xmlns:a="http://schemas.openxmlformats.org/drawingml/2006/main" flipH="1">
            <a:off x="5191125" y="21812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82559-B9F2-474D-9AE6-1BA561759AD3}"/>
              </a:ext>
            </a:extLst>
          </p:cNvPr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6858000" y="21812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56C151-5EF1-46A1-ACDC-6D1A748B8484}"/>
              </a:ext>
            </a:extLst>
          </p:cNvPr>
          <p:cNvCxnSpPr>
            <a:stCxn xmlns:a="http://schemas.openxmlformats.org/drawingml/2006/main" id="66" idx="1"/>
            <a:endCxn xmlns:a="http://schemas.openxmlformats.org/drawingml/2006/main" id="67" idx="3"/>
          </p:cNvCxnSpPr>
          <p:nvPr/>
        </p:nvCxnSpPr>
        <p:spPr>
          <a:xfrm xmlns:a="http://schemas.openxmlformats.org/drawingml/2006/main" flipH="1">
            <a:off x="8524875" y="21812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8F275E-042F-4B93-B9F2-689D11F9D9F9}"/>
              </a:ext>
            </a:extLst>
          </p:cNvPr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10191750" y="21812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58F0C0-DD69-41C0-9E96-E161CBBEDD86}"/>
              </a:ext>
            </a:extLst>
          </p:cNvPr>
          <p:cNvCxnSpPr>
            <a:stCxn xmlns:a="http://schemas.openxmlformats.org/drawingml/2006/main" id="58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1096625" y="1743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074C59-046C-417F-81DF-0915BF8C97A3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0191750" y="15335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D00815-73DA-4B84-9B79-F9A7686357E0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524875" y="15335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FBF8ED-1F27-45C8-8A3C-E063D113039E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858000" y="15335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C30911-56ED-4D21-9B78-93CB77997D8D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5191125" y="15335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C852CF-701D-4819-A512-AECBF7CC466C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3524250" y="15335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632C53-2EF0-437F-8266-CB73C027D9E3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857375" y="15335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4e706127d84e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FLOWCHART / WORKFLOW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d6828e00c042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e3e6fa2e5a48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43836b60eb4e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6B53E0-5A39-4DFC-BAF7-7D64716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6CBF11A-5C16-4F5B-BFE1-F532E54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6</a:t>
            </a:r>
          </a:p>
        </p:txBody>
      </p:sp>
      <p:sp>
        <p:nvSpPr>
          <p:cNvPr id="52" name="flow-top-1">
            <a:extLst xmlns:a="http://schemas.openxmlformats.org/drawingml/2006/main">
              <a:ext uri="{FF2B5EF4-FFF2-40B4-BE49-F238E27FC236}">
                <a16:creationId xmlns:a16="http://schemas.microsoft.com/office/drawing/2014/main" id="{1E3EBF93-9A0F-4B84-957E-A256E9B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239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53" name="flow-top-2">
            <a:extLst xmlns:a="http://schemas.openxmlformats.org/drawingml/2006/main">
              <a:ext uri="{FF2B5EF4-FFF2-40B4-BE49-F238E27FC236}">
                <a16:creationId xmlns:a16="http://schemas.microsoft.com/office/drawing/2014/main" id="{44C9B575-ECE7-4AAC-92DA-843303A0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239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54" name="flow-top-3">
            <a:extLst xmlns:a="http://schemas.openxmlformats.org/drawingml/2006/main">
              <a:ext uri="{FF2B5EF4-FFF2-40B4-BE49-F238E27FC236}">
                <a16:creationId xmlns:a16="http://schemas.microsoft.com/office/drawing/2014/main" id="{F96132C4-F62F-47A9-9FD4-949A202D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239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6754"/>
          </a:bodyPr>
          <a:lstStyle xmlns:a="http://schemas.openxmlformats.org/drawingml/2006/main">
            <a:def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EMAIL OTP</a:t>
            </a:r>
          </a:p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55" name="flow-top-4">
            <a:extLst xmlns:a="http://schemas.openxmlformats.org/drawingml/2006/main">
              <a:ext uri="{FF2B5EF4-FFF2-40B4-BE49-F238E27FC236}">
                <a16:creationId xmlns:a16="http://schemas.microsoft.com/office/drawing/2014/main" id="{DB568BA8-CA62-4D61-95FB-DE91EDD1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239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6754"/>
          </a:bodyPr>
          <a:lstStyle xmlns:a="http://schemas.openxmlformats.org/drawingml/2006/main">
            <a:def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56" name="flow-top-5">
            <a:extLst xmlns:a="http://schemas.openxmlformats.org/drawingml/2006/main">
              <a:ext uri="{FF2B5EF4-FFF2-40B4-BE49-F238E27FC236}">
                <a16:creationId xmlns:a16="http://schemas.microsoft.com/office/drawing/2014/main" id="{886CC882-D90F-4D76-B4EA-98334929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239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 LOGIN</a:t>
            </a:r>
          </a:p>
        </p:txBody>
      </p:sp>
      <p:sp>
        <p:nvSpPr>
          <p:cNvPr id="57" name="flow-top-6">
            <a:extLst xmlns:a="http://schemas.openxmlformats.org/drawingml/2006/main">
              <a:ext uri="{FF2B5EF4-FFF2-40B4-BE49-F238E27FC236}">
                <a16:creationId xmlns:a16="http://schemas.microsoft.com/office/drawing/2014/main" id="{E36AC357-ACCF-47B5-8BA1-C39695FA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239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94905"/>
          </a:bodyPr>
          <a:lstStyle xmlns:a="http://schemas.openxmlformats.org/drawingml/2006/main">
            <a:def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SUBMIT GRIEVANCE</a:t>
            </a:r>
          </a:p>
        </p:txBody>
      </p:sp>
      <p:sp>
        <p:nvSpPr>
          <p:cNvPr id="58" name="flow-top-7">
            <a:extLst xmlns:a="http://schemas.openxmlformats.org/drawingml/2006/main">
              <a:ext uri="{FF2B5EF4-FFF2-40B4-BE49-F238E27FC236}">
                <a16:creationId xmlns:a16="http://schemas.microsoft.com/office/drawing/2014/main" id="{3AB93262-1F82-40C5-9728-9914671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3239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4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 REVIEW</a:t>
            </a:r>
          </a:p>
        </p:txBody>
      </p:sp>
      <p:sp>
        <p:nvSpPr>
          <p:cNvPr id="65" name="flow-mid-1">
            <a:extLst xmlns:a="http://schemas.openxmlformats.org/drawingml/2006/main">
              <a:ext uri="{FF2B5EF4-FFF2-40B4-BE49-F238E27FC236}">
                <a16:creationId xmlns:a16="http://schemas.microsoft.com/office/drawing/2014/main" id="{409583F1-DE41-4C29-BA6A-F08B1D3E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716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VALID?</a:t>
            </a:r>
          </a:p>
        </p:txBody>
      </p:sp>
      <p:sp>
        <p:nvSpPr>
          <p:cNvPr id="66" name="flow-mid-2">
            <a:extLst xmlns:a="http://schemas.openxmlformats.org/drawingml/2006/main">
              <a:ext uri="{FF2B5EF4-FFF2-40B4-BE49-F238E27FC236}">
                <a16:creationId xmlns:a16="http://schemas.microsoft.com/office/drawing/2014/main" id="{6DBB9AD6-975E-46EA-B672-E680A13C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716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8829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CLASSIFY</a:t>
            </a:r>
          </a:p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STREAM</a:t>
            </a:r>
          </a:p>
        </p:txBody>
      </p:sp>
      <p:sp>
        <p:nvSpPr>
          <p:cNvPr id="67" name="flow-mid-3">
            <a:extLst xmlns:a="http://schemas.openxmlformats.org/drawingml/2006/main">
              <a:ext uri="{FF2B5EF4-FFF2-40B4-BE49-F238E27FC236}">
                <a16:creationId xmlns:a16="http://schemas.microsoft.com/office/drawing/2014/main" id="{680580A3-DBE6-405E-9953-8A03D03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716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8829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ASSIGN STAFF /</a:t>
            </a:r>
          </a:p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IN-CHARGE</a:t>
            </a:r>
          </a:p>
        </p:txBody>
      </p:sp>
      <p:sp>
        <p:nvSpPr>
          <p:cNvPr id="68" name="flow-mid-4">
            <a:extLst xmlns:a="http://schemas.openxmlformats.org/drawingml/2006/main">
              <a:ext uri="{FF2B5EF4-FFF2-40B4-BE49-F238E27FC236}">
                <a16:creationId xmlns:a16="http://schemas.microsoft.com/office/drawing/2014/main" id="{810CA1BD-71CC-416D-B46B-C148087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716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8829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STAFF WORKS ON</a:t>
            </a:r>
          </a:p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COMPLAINT</a:t>
            </a:r>
          </a:p>
        </p:txBody>
      </p:sp>
      <p:sp>
        <p:nvSpPr>
          <p:cNvPr id="69" name="flow-mid-5">
            <a:extLst xmlns:a="http://schemas.openxmlformats.org/drawingml/2006/main">
              <a:ext uri="{FF2B5EF4-FFF2-40B4-BE49-F238E27FC236}">
                <a16:creationId xmlns:a16="http://schemas.microsoft.com/office/drawing/2014/main" id="{A6343315-0DCD-4CFF-A489-C69BD40A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8829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 +</a:t>
            </a:r>
          </a:p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PROOF</a:t>
            </a:r>
          </a:p>
        </p:txBody>
      </p:sp>
      <p:sp>
        <p:nvSpPr>
          <p:cNvPr id="70" name="flow-mid-6">
            <a:extLst xmlns:a="http://schemas.openxmlformats.org/drawingml/2006/main">
              <a:ext uri="{FF2B5EF4-FFF2-40B4-BE49-F238E27FC236}">
                <a16:creationId xmlns:a16="http://schemas.microsoft.com/office/drawing/2014/main" id="{EA44AF54-7BCD-476B-8490-F384639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716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78829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CAF605-C2AD-4805-B2AE-1CD7CF6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336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FC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8" name="flow-solved">
            <a:extLst xmlns:a="http://schemas.openxmlformats.org/drawingml/2006/main">
              <a:ext uri="{FF2B5EF4-FFF2-40B4-BE49-F238E27FC236}">
                <a16:creationId xmlns:a16="http://schemas.microsoft.com/office/drawing/2014/main" id="{5D81892A-F7DC-4BCE-8440-9B0C4EAB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193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4288">
            <a:solidFill>
              <a:srgbClr val="C7932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SOLVED?</a:t>
            </a:r>
          </a:p>
        </p:txBody>
      </p:sp>
      <p:sp>
        <p:nvSpPr>
          <p:cNvPr id="79" name="flow-reopened">
            <a:extLst xmlns:a="http://schemas.openxmlformats.org/drawingml/2006/main">
              <a:ext uri="{FF2B5EF4-FFF2-40B4-BE49-F238E27FC236}">
                <a16:creationId xmlns:a16="http://schemas.microsoft.com/office/drawing/2014/main" id="{6D839443-5022-4838-9D1B-A787D8E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193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0"/>
          </a:solidFill>
          <a:ln xmlns:a="http://schemas.openxmlformats.org/drawingml/2006/main" w="14288">
            <a:solidFill>
              <a:srgbClr val="C75A4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REOPENED</a:t>
            </a:r>
          </a:p>
        </p:txBody>
      </p:sp>
      <p:sp>
        <p:nvSpPr>
          <p:cNvPr id="80" name="flow-in-progress">
            <a:extLst xmlns:a="http://schemas.openxmlformats.org/drawingml/2006/main">
              <a:ext uri="{FF2B5EF4-FFF2-40B4-BE49-F238E27FC236}">
                <a16:creationId xmlns:a16="http://schemas.microsoft.com/office/drawing/2014/main" id="{11874324-5DB3-4027-8F3F-A69B05A1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4288">
            <a:solidFill>
              <a:srgbClr val="C7932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IN_PROGRESS</a:t>
            </a:r>
          </a:p>
        </p:txBody>
      </p:sp>
      <p:sp>
        <p:nvSpPr>
          <p:cNvPr id="81" name="flow-resolved">
            <a:extLst xmlns:a="http://schemas.openxmlformats.org/drawingml/2006/main">
              <a:ext uri="{FF2B5EF4-FFF2-40B4-BE49-F238E27FC236}">
                <a16:creationId xmlns:a16="http://schemas.microsoft.com/office/drawing/2014/main" id="{00AAE190-7C5F-4E83-BD80-C06F4DF5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0"/>
          </a:solidFill>
          <a:ln xmlns:a="http://schemas.openxmlformats.org/drawingml/2006/main" w="14288">
            <a:solidFill>
              <a:srgbClr val="45854B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RESOLVED</a:t>
            </a:r>
          </a:p>
        </p:txBody>
      </p:sp>
      <p:sp>
        <p:nvSpPr>
          <p:cNvPr id="82" name="flow-rejection">
            <a:extLst xmlns:a="http://schemas.openxmlformats.org/drawingml/2006/main">
              <a:ext uri="{FF2B5EF4-FFF2-40B4-BE49-F238E27FC236}">
                <a16:creationId xmlns:a16="http://schemas.microsoft.com/office/drawing/2014/main" id="{28516086-9FBC-4091-8E93-FF414776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193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0"/>
          </a:solidFill>
          <a:ln xmlns:a="http://schemas.openxmlformats.org/drawingml/2006/main" w="14288">
            <a:solidFill>
              <a:srgbClr val="C75A4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84541"/>
          </a:bodyPr>
          <a:lstStyle xmlns:a="http://schemas.openxmlformats.org/drawingml/2006/main">
            <a:defPPr algn="ctr">
              <a:defRPr sz="103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3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REJECTION MESSAGE</a:t>
            </a:r>
          </a:p>
          <a:p xmlns:a="http://schemas.openxmlformats.org/drawingml/2006/main">
            <a:pPr algn="ctr">
              <a:defRPr sz="103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 STUDENT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529FD4-9CFE-4962-A37F-A62DCA2D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4098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A2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A23A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A23A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F132C0C-F434-4002-8DA6-085CDF15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4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A23A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A23A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A23A2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D114DB3-4519-4B6D-985C-8C83D95B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458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45854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45854B"/>
                </a:solidFill>
                <a:latin typeface="Arial"/>
                <a:ea typeface="Arial"/>
                <a:cs typeface="Arial"/>
              </a:rPr>
              <a:t>YES  →  RESOLVED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0C3B2C-DE3B-49AC-8CD2-4CC7931F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FC0"/>
                </a:solidFill>
                <a:latin typeface="Arial"/>
                <a:ea typeface="Arial"/>
                <a:cs typeface="Arial"/>
              </a:rPr>
              <a:t>STATUS LIFECYCLE</a:t>
            </a:r>
          </a:p>
        </p:txBody>
      </p:sp>
      <p:sp>
        <p:nvSpPr>
          <p:cNvPr id="91" name="status-1">
            <a:extLst xmlns:a="http://schemas.openxmlformats.org/drawingml/2006/main">
              <a:ext uri="{FF2B5EF4-FFF2-40B4-BE49-F238E27FC236}">
                <a16:creationId xmlns:a16="http://schemas.microsoft.com/office/drawing/2014/main" id="{6212384F-B0F0-49A8-806B-DFB887B4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92" name="status-2">
            <a:extLst xmlns:a="http://schemas.openxmlformats.org/drawingml/2006/main">
              <a:ext uri="{FF2B5EF4-FFF2-40B4-BE49-F238E27FC236}">
                <a16:creationId xmlns:a16="http://schemas.microsoft.com/office/drawing/2014/main" id="{5C31C0ED-7DC7-4AC5-9AD8-CE63E6C7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76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93" name="status-3">
            <a:extLst xmlns:a="http://schemas.openxmlformats.org/drawingml/2006/main">
              <a:ext uri="{FF2B5EF4-FFF2-40B4-BE49-F238E27FC236}">
                <a16:creationId xmlns:a16="http://schemas.microsoft.com/office/drawing/2014/main" id="{22E81F8D-E6A7-4515-A576-8796EF08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76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ASSIGNED</a:t>
            </a:r>
          </a:p>
        </p:txBody>
      </p:sp>
      <p:sp>
        <p:nvSpPr>
          <p:cNvPr id="94" name="status-4">
            <a:extLst xmlns:a="http://schemas.openxmlformats.org/drawingml/2006/main">
              <a:ext uri="{FF2B5EF4-FFF2-40B4-BE49-F238E27FC236}">
                <a16:creationId xmlns:a16="http://schemas.microsoft.com/office/drawing/2014/main" id="{044D670E-6880-4C4F-8D9B-5316F3DC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76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IN_PROGRESS</a:t>
            </a:r>
          </a:p>
        </p:txBody>
      </p:sp>
      <p:sp>
        <p:nvSpPr>
          <p:cNvPr id="95" name="status-5">
            <a:extLst xmlns:a="http://schemas.openxmlformats.org/drawingml/2006/main">
              <a:ext uri="{FF2B5EF4-FFF2-40B4-BE49-F238E27FC236}">
                <a16:creationId xmlns:a16="http://schemas.microsoft.com/office/drawing/2014/main" id="{818D3195-CBD0-465C-A660-A532BFAD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SOLUTION_SUBMITTED</a:t>
            </a:r>
          </a:p>
        </p:txBody>
      </p:sp>
      <p:sp>
        <p:nvSpPr>
          <p:cNvPr id="96" name="status-6">
            <a:extLst xmlns:a="http://schemas.openxmlformats.org/drawingml/2006/main">
              <a:ext uri="{FF2B5EF4-FFF2-40B4-BE49-F238E27FC236}">
                <a16:creationId xmlns:a16="http://schemas.microsoft.com/office/drawing/2014/main" id="{C43693EA-88CA-4A9D-BE6A-60E71832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76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1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624B52-2E5D-4CB7-B2A9-A1E43BA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38675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9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REOPEN BRANCH   SOLUTION_SUBMITTED  →  REOPENED  →  IN_PROGRESS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7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f3e069832345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GRIEVANCE STREAMS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ca521e21fa4c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b7c60777ce46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1d9d02502c41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AE6C61-09BF-443D-B407-B9D931F3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2413E8C-4D07-461F-A722-7AEED90E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81BF5B-E623-4A66-AC2C-9140A32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2197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B3EDDB-6D6D-44BB-B8BE-C588903B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21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861A26-DA64-4DEF-BA65-A7E2307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4991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Faculty issues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Marks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Attendance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Exams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Syllabus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Timetable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18DCAF-6DDA-4E98-9F30-F3EE87DD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57325"/>
            <a:ext cx="52197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F6ABEE-9AE6-4D3B-BE3F-74F532B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57325"/>
            <a:ext cx="521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&amp; TEACHING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F7DBA4-3608-4F3D-B8F0-C6D70D7B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33575"/>
            <a:ext cx="4991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Faculty behaviour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Teaching quality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Unfair treatment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4FF197-FD76-43B0-B738-F63CD7F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52197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0A7C02-364E-4BDE-A49F-756BB61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521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FEES &amp; FINANCE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A45788-8ED7-4A03-9611-04A668DD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4991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Fees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Refunds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Scholarships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Fines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5FDAAE-AFD6-4074-8144-8FFCCCA9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2197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0F4D20-25E7-4605-BE56-626151E7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21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INFRASTRUCTURE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0AA13A-C60F-48A2-9CDD-AC432B9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991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Classrooms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Labs and computers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Wi-Fi and electricity</a:t>
            </a:r>
          </a:p>
          <a:p xmlns:a="http://schemas.openxmlformats.org/drawingml/2006/main">
            <a:pPr algn="l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Furniture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8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0b65ac452b4c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98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SECURITY &amp; AUTHENTICATION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8dc9c3ed5047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a92ec9882047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39d5f28b6844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93809E-E8FE-47A1-B613-1B50D62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A699551A-48B8-4F21-B878-9208B22A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AE5D18-B44F-426E-9BBA-4E9D8B18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2A1905-4F28-4F68-9BC5-D0D3442F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176F5A-29B0-4C44-A20B-A0443E8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5200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JWT-based authentication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Email OTP verification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Student login: Roll ID + password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BD0DA5-8777-4F84-9678-97AF8BB2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57325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E30BA3-B37E-4B10-82A9-7F6E1A43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57325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09854B-BFA6-468D-AE35-AEE7ABC2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33575"/>
            <a:ext cx="5200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Spring Security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Role-based authorization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Staff / Admin role protection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AD732B-85D9-4E40-93A0-D39FB43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57600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EC6BEF-995D-481C-A82B-F5C034A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576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PROTECTION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9764C0-6D87-459E-B350-414F52F8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33850"/>
            <a:ext cx="5200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BCrypt password hashing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Secure profile responses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Passwords and hashes never exposed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1E132C-F0B1-41EE-91A6-4EA6BE12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57600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742596-F744-4D07-8DF8-BEB0AF3D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576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 CHECKS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DB2BFB-55E2-4CFD-8BCF-31F710A6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33850"/>
            <a:ext cx="5200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Backend-enforced permissions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Student complaint ownership checks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Complaint operations validated on backend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9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3daf0017d047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825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63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WEBSITE SCREENS / USER INTERFACE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250782df3b4d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0799dfaed14c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320b1b7ba44e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B16D97-32F9-4052-8046-036F6B5B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A2AAA339-FF89-47F4-94DA-33FECCDE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52" name="screenshot-placeholder-login-page">
            <a:extLst xmlns:a="http://schemas.openxmlformats.org/drawingml/2006/main">
              <a:ext uri="{FF2B5EF4-FFF2-40B4-BE49-F238E27FC236}">
                <a16:creationId xmlns:a16="http://schemas.microsoft.com/office/drawing/2014/main" id="{5F26C9AA-2B53-4706-BB8F-0048E0B6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3" name="placeholder-label-login-page">
            <a:extLst xmlns:a="http://schemas.openxmlformats.org/drawingml/2006/main">
              <a:ext uri="{FF2B5EF4-FFF2-40B4-BE49-F238E27FC236}">
                <a16:creationId xmlns:a16="http://schemas.microsoft.com/office/drawing/2014/main" id="{93020714-A815-45BA-8CFD-88779131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LOGIN PAGE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LOGIN PAGE SCREENSHOT HERE ]</a:t>
            </a:r>
          </a:p>
        </p:txBody>
      </p:sp>
      <p:sp>
        <p:nvSpPr>
          <p:cNvPr id="54" name="screenshot-placeholder-student-registration">
            <a:extLst xmlns:a="http://schemas.openxmlformats.org/drawingml/2006/main">
              <a:ext uri="{FF2B5EF4-FFF2-40B4-BE49-F238E27FC236}">
                <a16:creationId xmlns:a16="http://schemas.microsoft.com/office/drawing/2014/main" id="{DD4D546F-D95A-4697-B1A0-92A58653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3827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5" name="placeholder-label-student-registration">
            <a:extLst xmlns:a="http://schemas.openxmlformats.org/drawingml/2006/main">
              <a:ext uri="{FF2B5EF4-FFF2-40B4-BE49-F238E27FC236}">
                <a16:creationId xmlns:a16="http://schemas.microsoft.com/office/drawing/2014/main" id="{EE768D1E-9150-4B38-8ED4-C58DBEFB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3357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STUDENT REGISTRATION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STUDENT REGISTRATION SCREENSHOT HERE ]</a:t>
            </a:r>
          </a:p>
        </p:txBody>
      </p:sp>
      <p:sp>
        <p:nvSpPr>
          <p:cNvPr id="56" name="screenshot-placeholder-student-dashboard">
            <a:extLst xmlns:a="http://schemas.openxmlformats.org/drawingml/2006/main">
              <a:ext uri="{FF2B5EF4-FFF2-40B4-BE49-F238E27FC236}">
                <a16:creationId xmlns:a16="http://schemas.microsoft.com/office/drawing/2014/main" id="{E0530830-59C1-4D1E-A75D-DC8E516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3827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7" name="placeholder-label-student-dashboard">
            <a:extLst xmlns:a="http://schemas.openxmlformats.org/drawingml/2006/main">
              <a:ext uri="{FF2B5EF4-FFF2-40B4-BE49-F238E27FC236}">
                <a16:creationId xmlns:a16="http://schemas.microsoft.com/office/drawing/2014/main" id="{B9F8F852-6967-4609-BB62-00709267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3357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STUDENT DASHBOARD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STUDENT DASHBOARD SCREENSHOT HERE ]</a:t>
            </a:r>
          </a:p>
        </p:txBody>
      </p:sp>
      <p:sp>
        <p:nvSpPr>
          <p:cNvPr id="58" name="screenshot-placeholder-student-complaint">
            <a:extLst xmlns:a="http://schemas.openxmlformats.org/drawingml/2006/main">
              <a:ext uri="{FF2B5EF4-FFF2-40B4-BE49-F238E27FC236}">
                <a16:creationId xmlns:a16="http://schemas.microsoft.com/office/drawing/2014/main" id="{C65E08E5-ED3D-4A61-9711-493EC2D5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6712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9" name="placeholder-label-student-complaint">
            <a:extLst xmlns:a="http://schemas.openxmlformats.org/drawingml/2006/main">
              <a:ext uri="{FF2B5EF4-FFF2-40B4-BE49-F238E27FC236}">
                <a16:creationId xmlns:a16="http://schemas.microsoft.com/office/drawing/2014/main" id="{AE848106-C84C-41B4-A3BF-B60FD4A4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6242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STUDENT COMPLAINT PAGE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STUDENT COMPLAINT SCREENSHOT HERE ]</a:t>
            </a:r>
          </a:p>
        </p:txBody>
      </p:sp>
      <p:sp>
        <p:nvSpPr>
          <p:cNvPr id="60" name="screenshot-placeholder-student-complaint-details">
            <a:extLst xmlns:a="http://schemas.openxmlformats.org/drawingml/2006/main">
              <a:ext uri="{FF2B5EF4-FFF2-40B4-BE49-F238E27FC236}">
                <a16:creationId xmlns:a16="http://schemas.microsoft.com/office/drawing/2014/main" id="{024FE4DE-D099-44FA-ACA2-853768A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6712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61" name="placeholder-label-student-complaint-details">
            <a:extLst xmlns:a="http://schemas.openxmlformats.org/drawingml/2006/main">
              <a:ext uri="{FF2B5EF4-FFF2-40B4-BE49-F238E27FC236}">
                <a16:creationId xmlns:a16="http://schemas.microsoft.com/office/drawing/2014/main" id="{DB0D24A8-30F4-46E2-BCCB-77273088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6242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STUDENT COMPLAINT DETAILS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STUDENT COMPLAINT DETAILS SCREENSHOT HERE ]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0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ff0044b2a74d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ADMIN &amp; STAFF MODULES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49386d3b7648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ee85f185cf45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006cc5f93449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33713E-829C-488F-ADB2-BEAC0216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7A457139-7B8C-42B2-A23E-6A4CD158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52" name="screenshot-placeholder-admin-dashboard">
            <a:extLst xmlns:a="http://schemas.openxmlformats.org/drawingml/2006/main">
              <a:ext uri="{FF2B5EF4-FFF2-40B4-BE49-F238E27FC236}">
                <a16:creationId xmlns:a16="http://schemas.microsoft.com/office/drawing/2014/main" id="{53090640-9A0A-4511-8A4C-95781D3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3" name="placeholder-label-admin-dashboard">
            <a:extLst xmlns:a="http://schemas.openxmlformats.org/drawingml/2006/main">
              <a:ext uri="{FF2B5EF4-FFF2-40B4-BE49-F238E27FC236}">
                <a16:creationId xmlns:a16="http://schemas.microsoft.com/office/drawing/2014/main" id="{4BA19C51-BDB5-4516-B7E4-157644DE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ADMIN DASHBOARD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ADMIN DASHBOARD SCREENSHOT HERE ]</a:t>
            </a:r>
          </a:p>
        </p:txBody>
      </p:sp>
      <p:sp>
        <p:nvSpPr>
          <p:cNvPr id="54" name="screenshot-placeholder-admin-complaint-management">
            <a:extLst xmlns:a="http://schemas.openxmlformats.org/drawingml/2006/main">
              <a:ext uri="{FF2B5EF4-FFF2-40B4-BE49-F238E27FC236}">
                <a16:creationId xmlns:a16="http://schemas.microsoft.com/office/drawing/2014/main" id="{55BF2508-6FBE-47F8-A505-54920D7C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3827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5" name="placeholder-label-admin-complaint-management">
            <a:extLst xmlns:a="http://schemas.openxmlformats.org/drawingml/2006/main">
              <a:ext uri="{FF2B5EF4-FFF2-40B4-BE49-F238E27FC236}">
                <a16:creationId xmlns:a16="http://schemas.microsoft.com/office/drawing/2014/main" id="{59FEA185-1B97-4F5C-A165-F7E7D28C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3357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ADMIN COMPLAINT MANAGEMENT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ADMIN COMPLAINT MANAGEMENT SCREENSHOT HERE ]</a:t>
            </a:r>
          </a:p>
        </p:txBody>
      </p:sp>
      <p:sp>
        <p:nvSpPr>
          <p:cNvPr id="56" name="screenshot-placeholder-staff-dashboard">
            <a:extLst xmlns:a="http://schemas.openxmlformats.org/drawingml/2006/main">
              <a:ext uri="{FF2B5EF4-FFF2-40B4-BE49-F238E27FC236}">
                <a16:creationId xmlns:a16="http://schemas.microsoft.com/office/drawing/2014/main" id="{6E0B2801-73A8-4C6E-9956-407B012A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3827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7" name="placeholder-label-staff-dashboard">
            <a:extLst xmlns:a="http://schemas.openxmlformats.org/drawingml/2006/main">
              <a:ext uri="{FF2B5EF4-FFF2-40B4-BE49-F238E27FC236}">
                <a16:creationId xmlns:a16="http://schemas.microsoft.com/office/drawing/2014/main" id="{50CB90CC-0E75-4D88-9BFA-0334052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3357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STAFF DASHBOARD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STAFF DASHBOARD SCREENSHOT HERE ]</a:t>
            </a:r>
          </a:p>
        </p:txBody>
      </p:sp>
      <p:sp>
        <p:nvSpPr>
          <p:cNvPr id="58" name="screenshot-placeholder-staff-complaint-/-solution">
            <a:extLst xmlns:a="http://schemas.openxmlformats.org/drawingml/2006/main">
              <a:ext uri="{FF2B5EF4-FFF2-40B4-BE49-F238E27FC236}">
                <a16:creationId xmlns:a16="http://schemas.microsoft.com/office/drawing/2014/main" id="{9704ABB0-AC88-4D55-B35F-FE4FE63B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59" name="placeholder-label-staff-complaint-/-solution">
            <a:extLst xmlns:a="http://schemas.openxmlformats.org/drawingml/2006/main">
              <a:ext uri="{FF2B5EF4-FFF2-40B4-BE49-F238E27FC236}">
                <a16:creationId xmlns:a16="http://schemas.microsoft.com/office/drawing/2014/main" id="{BC377E64-1778-4850-8AA2-5CF15A5F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STAFF COMPLAINT / SOLUTION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STAFF COMPLAINT / SOLUTION SCREENSHOT HERE ]</a:t>
            </a:r>
          </a:p>
        </p:txBody>
      </p:sp>
      <p:sp>
        <p:nvSpPr>
          <p:cNvPr id="60" name="screenshot-placeholder-student-profile">
            <a:extLst xmlns:a="http://schemas.openxmlformats.org/drawingml/2006/main">
              <a:ext uri="{FF2B5EF4-FFF2-40B4-BE49-F238E27FC236}">
                <a16:creationId xmlns:a16="http://schemas.microsoft.com/office/drawing/2014/main" id="{5622CD3B-7731-478B-A300-E016A04E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6712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61" name="placeholder-label-student-profile">
            <a:extLst xmlns:a="http://schemas.openxmlformats.org/drawingml/2006/main">
              <a:ext uri="{FF2B5EF4-FFF2-40B4-BE49-F238E27FC236}">
                <a16:creationId xmlns:a16="http://schemas.microsoft.com/office/drawing/2014/main" id="{94C0CE46-B97B-47F1-9C43-3FB60431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6242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STUDENT PROFILE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STUDENT PROFILE SCREENSHOT HERE ]</a:t>
            </a:r>
          </a:p>
        </p:txBody>
      </p:sp>
      <p:sp>
        <p:nvSpPr>
          <p:cNvPr id="62" name="screenshot-placeholder-admin-/-staff-management">
            <a:extLst xmlns:a="http://schemas.openxmlformats.org/drawingml/2006/main">
              <a:ext uri="{FF2B5EF4-FFF2-40B4-BE49-F238E27FC236}">
                <a16:creationId xmlns:a16="http://schemas.microsoft.com/office/drawing/2014/main" id="{CB4072C8-5886-4CE8-B74C-650AEDD9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581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19050">
            <a:solidFill>
              <a:srgbClr val="006FC0"/>
            </a:solidFill>
            <a:prstDash val="solid"/>
          </a:ln>
        </p:spPr>
      </p:sp>
      <p:sp>
        <p:nvSpPr>
          <p:cNvPr id="63" name="placeholder-label-admin-/-staff-management">
            <a:extLst xmlns:a="http://schemas.openxmlformats.org/drawingml/2006/main">
              <a:ext uri="{FF2B5EF4-FFF2-40B4-BE49-F238E27FC236}">
                <a16:creationId xmlns:a16="http://schemas.microsoft.com/office/drawing/2014/main" id="{0BAED44E-B019-478B-85C2-DA1FF7E8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62425"/>
            <a:ext cx="335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ADMIN / STAFF MANAGEMENT</a:t>
            </a:r>
          </a:p>
          <a:p xmlns:a="http://schemas.openxmlformats.org/drawingml/2006/main">
            <a:pPr algn="ctr">
              <a:defRPr sz="118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[ INSERT ADMIN / STAFF MANAGEMENT SCREENSHOT HERE ]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97c024907f43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98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ADDITIONAL WEBSITE FEATURES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f55f74d45b45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f781725f2f4f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42db49ebd645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F3931B-EA1C-4961-9EA6-5FC47923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42FBF85C-5F81-4C7F-A8BF-6D5D32AC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2F21C1-3D4A-4CAE-936E-00AEE062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36385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1A124D-EB2D-407C-BC67-108B43B4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INTAKE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76C31D-1074-4D50-B006-45AACC78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14525"/>
            <a:ext cx="34099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Registration with email OTP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Admin registration approval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Roll ID-based authentication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Grievance submission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Responsive interface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79EAF2-1D3E-4DD8-B687-043154B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38275"/>
            <a:ext cx="36385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08C3A1-4947-4943-A55C-8897D16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382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COMPLAINT HANDLING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3465A4-D173-41D6-8775-CDD99A6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14525"/>
            <a:ext cx="34099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Stream classification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Staff assignment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Complaint status tracking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Solution submission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Proof / document upload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4DCCF3-70D2-4665-86F5-D8E6D7AD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6385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7A98E3-C907-4916-B373-B70360AC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601CB3-80AA-45D1-92FA-5E6C281B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14525"/>
            <a:ext cx="34099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Admin solution verification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Complaint reopening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Complaint history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Academic-year management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Student / Staff / Admin profiles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0761EB-9446-47FE-8C43-2C395F797378}"/>
              </a:ext>
            </a:extLst>
          </p:cNvPr>
          <p:cNvCxnSpPr>
            <a:stCxn xmlns:a="http://schemas.openxmlformats.org/drawingml/2006/main" id="54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6096000" y="4448175"/>
            <a:ext cx="3595688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8A9748-37D6-49A2-B75B-93338E2D19D8}"/>
              </a:ext>
            </a:extLst>
          </p:cNvPr>
          <p:cNvCxnSpPr>
            <a:stCxn xmlns:a="http://schemas.openxmlformats.org/drawingml/2006/main" id="54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 flipH="1">
            <a:off x="6091238" y="4448175"/>
            <a:ext cx="4763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0876A1-8D97-4DBD-99EE-EFBF314BC562}"/>
              </a:ext>
            </a:extLst>
          </p:cNvPr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 flipH="1">
            <a:off x="2490788" y="4448175"/>
            <a:ext cx="3605213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5218C8-0E0C-42B3-86D5-00DE0FE7BDDE}"/>
              </a:ext>
            </a:extLst>
          </p:cNvPr>
          <p:cNvCxnSpPr>
            <a:stCxn xmlns:a="http://schemas.openxmlformats.org/drawingml/2006/main" id="5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 flipH="1">
            <a:off x="6096000" y="3105150"/>
            <a:ext cx="9525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23433C-3FE6-425B-9A0E-366AA864025D}"/>
              </a:ext>
            </a:extLst>
          </p:cNvPr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6096000" y="2486025"/>
            <a:ext cx="952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b1ca52909b49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9ee5e0bd2640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90e2adb2cc40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eee3e6903548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9E0C97-3FBE-427A-ADEA-0ADFC37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6E21AF75-58D6-421B-9451-B8B1B21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52" name="technology-frontend">
            <a:extLst xmlns:a="http://schemas.openxmlformats.org/drawingml/2006/main">
              <a:ext uri="{FF2B5EF4-FFF2-40B4-BE49-F238E27FC236}">
                <a16:creationId xmlns:a16="http://schemas.microsoft.com/office/drawing/2014/main" id="{63B2F6A1-D74A-41C1-B168-9E6DE377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62075"/>
            <a:ext cx="10401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FRONTEND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React   •   Vite   •   React Router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Axios   •   Responsive CSS</a:t>
            </a:r>
          </a:p>
        </p:txBody>
      </p:sp>
      <p:sp>
        <p:nvSpPr>
          <p:cNvPr id="53" name="technology-api">
            <a:extLst xmlns:a="http://schemas.openxmlformats.org/drawingml/2006/main">
              <a:ext uri="{FF2B5EF4-FFF2-40B4-BE49-F238E27FC236}">
                <a16:creationId xmlns:a16="http://schemas.microsoft.com/office/drawing/2014/main" id="{46A482CF-478E-43F5-9493-CE7CADE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REST APIs</a:t>
            </a:r>
          </a:p>
        </p:txBody>
      </p:sp>
      <p:sp>
        <p:nvSpPr>
          <p:cNvPr id="54" name="technology-backend">
            <a:extLst xmlns:a="http://schemas.openxmlformats.org/drawingml/2006/main">
              <a:ext uri="{FF2B5EF4-FFF2-40B4-BE49-F238E27FC236}">
                <a16:creationId xmlns:a16="http://schemas.microsoft.com/office/drawing/2014/main" id="{B6914421-6422-4429-9DA1-33862EA2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0401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Java   •   Spring Boot   •   Spring Security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JWT   •   Spring Data JPA</a:t>
            </a:r>
          </a:p>
        </p:txBody>
      </p:sp>
      <p:sp>
        <p:nvSpPr>
          <p:cNvPr id="55" name="technology-database">
            <a:extLst xmlns:a="http://schemas.openxmlformats.org/drawingml/2006/main">
              <a:ext uri="{FF2B5EF4-FFF2-40B4-BE49-F238E27FC236}">
                <a16:creationId xmlns:a16="http://schemas.microsoft.com/office/drawing/2014/main" id="{7AC48228-7653-4956-97C9-128045A6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3190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DATABASE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56" name="technology-otp">
            <a:extLst xmlns:a="http://schemas.openxmlformats.org/drawingml/2006/main">
              <a:ext uri="{FF2B5EF4-FFF2-40B4-BE49-F238E27FC236}">
                <a16:creationId xmlns:a16="http://schemas.microsoft.com/office/drawing/2014/main" id="{339BDDB9-E214-44C0-8020-4A5A4BF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3190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EMAIL OTP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57" name="technology-upload">
            <a:extLst xmlns:a="http://schemas.openxmlformats.org/drawingml/2006/main">
              <a:ext uri="{FF2B5EF4-FFF2-40B4-BE49-F238E27FC236}">
                <a16:creationId xmlns:a16="http://schemas.microsoft.com/office/drawing/2014/main" id="{227E3D7C-AEDC-4867-867B-8109641F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1908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FILE UPLOAD /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PROOF HANDLING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5FB8DF-16F0-45D4-B461-6573DC9A0228}"/>
              </a:ext>
            </a:extLst>
          </p:cNvPr>
          <p:cNvCxnSpPr>
            <a:stCxn xmlns:a="http://schemas.openxmlformats.org/drawingml/2006/main" id="55" idx="1"/>
            <a:endCxn xmlns:a="http://schemas.openxmlformats.org/drawingml/2006/main" id="69" idx="3"/>
          </p:cNvCxnSpPr>
          <p:nvPr/>
        </p:nvCxnSpPr>
        <p:spPr>
          <a:xfrm xmlns:a="http://schemas.openxmlformats.org/drawingml/2006/main" flipH="1">
            <a:off x="3333750" y="3286125"/>
            <a:ext cx="4286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8867BD-F9FE-4D94-B097-8AE632B9E14E}"/>
              </a:ext>
            </a:extLst>
          </p:cNvPr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6096000" y="51054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70942C-9080-4852-BE0D-CD22A56883DE}"/>
              </a:ext>
            </a:extLst>
          </p:cNvPr>
          <p:cNvCxnSpPr>
            <a:stCxn xmlns:a="http://schemas.openxmlformats.org/drawingml/2006/main" id="60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6096000" y="44386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942600-3962-4109-818A-0BF2AAB47C1A}"/>
              </a:ext>
            </a:extLst>
          </p:cNvPr>
          <p:cNvCxnSpPr>
            <a:stCxn xmlns:a="http://schemas.openxmlformats.org/drawingml/2006/main" id="55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6096000" y="3533775"/>
            <a:ext cx="384810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E25EBD-0C5D-4AD4-950E-179F24CE67F6}"/>
              </a:ext>
            </a:extLst>
          </p:cNvPr>
          <p:cNvCxnSpPr>
            <a:stCxn xmlns:a="http://schemas.openxmlformats.org/drawingml/2006/main" id="55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6096000" y="35337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F3221C-42F9-44C4-A1BF-C5E5D878D2EF}"/>
              </a:ext>
            </a:extLst>
          </p:cNvPr>
          <p:cNvCxnSpPr>
            <a:stCxn xmlns:a="http://schemas.openxmlformats.org/drawingml/2006/main" id="55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2247900" y="3533775"/>
            <a:ext cx="384810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FF9797-5D35-4B36-B51D-FADD90E1B0E9}"/>
              </a:ext>
            </a:extLst>
          </p:cNvPr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6096000" y="29051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6212F3-E8AF-4E73-BB4B-436E56260065}"/>
              </a:ext>
            </a:extLst>
          </p:cNvPr>
          <p:cNvCxnSpPr>
            <a:stCxn xmlns:a="http://schemas.openxmlformats.org/drawingml/2006/main" id="5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6096000" y="23145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C0C8E9-476D-4308-99DE-C42EA067E617}"/>
              </a:ext>
            </a:extLst>
          </p:cNvPr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6096000" y="17240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ecd8a6819d40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25fb8c072647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b42beec90545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b2c8dc026c4e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8C3495-C578-4962-9D55-91C462E6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9A5D1268-4FB9-47AA-B77A-B3F1CC66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13</a:t>
            </a:r>
          </a:p>
        </p:txBody>
      </p:sp>
      <p:sp>
        <p:nvSpPr>
          <p:cNvPr id="52" name="architecture-users">
            <a:extLst xmlns:a="http://schemas.openxmlformats.org/drawingml/2006/main">
              <a:ext uri="{FF2B5EF4-FFF2-40B4-BE49-F238E27FC236}">
                <a16:creationId xmlns:a16="http://schemas.microsoft.com/office/drawing/2014/main" id="{8BFB73E3-B130-4EE2-98EC-0E7717AB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66825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 / STAFF / ADMIN</a:t>
            </a:r>
          </a:p>
        </p:txBody>
      </p:sp>
      <p:sp>
        <p:nvSpPr>
          <p:cNvPr id="53" name="architecture-ui">
            <a:extLst xmlns:a="http://schemas.openxmlformats.org/drawingml/2006/main">
              <a:ext uri="{FF2B5EF4-FFF2-40B4-BE49-F238E27FC236}">
                <a16:creationId xmlns:a16="http://schemas.microsoft.com/office/drawing/2014/main" id="{B8580F97-EAD5-412D-8DDF-0CC04B37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57375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REACT UI</a:t>
            </a:r>
          </a:p>
        </p:txBody>
      </p:sp>
      <p:sp>
        <p:nvSpPr>
          <p:cNvPr id="54" name="architecture-api">
            <a:extLst xmlns:a="http://schemas.openxmlformats.org/drawingml/2006/main">
              <a:ext uri="{FF2B5EF4-FFF2-40B4-BE49-F238E27FC236}">
                <a16:creationId xmlns:a16="http://schemas.microsoft.com/office/drawing/2014/main" id="{F4C5895C-C53F-4075-8561-2DD4487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47925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REST API LAYER</a:t>
            </a:r>
          </a:p>
        </p:txBody>
      </p:sp>
      <p:sp>
        <p:nvSpPr>
          <p:cNvPr id="55" name="architecture-backend">
            <a:extLst xmlns:a="http://schemas.openxmlformats.org/drawingml/2006/main">
              <a:ext uri="{FF2B5EF4-FFF2-40B4-BE49-F238E27FC236}">
                <a16:creationId xmlns:a16="http://schemas.microsoft.com/office/drawing/2014/main" id="{1867A69E-4E4A-460A-B3EF-A463F24B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38475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SPRING BOOT BACKEND</a:t>
            </a:r>
          </a:p>
        </p:txBody>
      </p:sp>
      <p:sp>
        <p:nvSpPr>
          <p:cNvPr id="59" name="architecture-security">
            <a:extLst xmlns:a="http://schemas.openxmlformats.org/drawingml/2006/main">
              <a:ext uri="{FF2B5EF4-FFF2-40B4-BE49-F238E27FC236}">
                <a16:creationId xmlns:a16="http://schemas.microsoft.com/office/drawing/2014/main" id="{2B13B597-0009-4B2E-A457-4DF36475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3380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</a:t>
            </a:r>
          </a:p>
          <a:p xmlns:a="http://schemas.openxmlformats.org/drawingml/2006/main">
            <a:pPr algn="ctr">
              <a:defRPr sz="12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JWT / BCrypt</a:t>
            </a:r>
          </a:p>
        </p:txBody>
      </p:sp>
      <p:sp>
        <p:nvSpPr>
          <p:cNvPr id="60" name="architecture-logic">
            <a:extLst xmlns:a="http://schemas.openxmlformats.org/drawingml/2006/main">
              <a:ext uri="{FF2B5EF4-FFF2-40B4-BE49-F238E27FC236}">
                <a16:creationId xmlns:a16="http://schemas.microsoft.com/office/drawing/2014/main" id="{FF1D6F4E-B9FC-4635-9657-9D54855E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LOGIC</a:t>
            </a:r>
          </a:p>
        </p:txBody>
      </p:sp>
      <p:sp>
        <p:nvSpPr>
          <p:cNvPr id="61" name="architecture-file">
            <a:extLst xmlns:a="http://schemas.openxmlformats.org/drawingml/2006/main">
              <a:ext uri="{FF2B5EF4-FFF2-40B4-BE49-F238E27FC236}">
                <a16:creationId xmlns:a16="http://schemas.microsoft.com/office/drawing/2014/main" id="{488C2F8A-5DAF-4681-9E50-CC458E2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33800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FILE HANDLING</a:t>
            </a:r>
          </a:p>
        </p:txBody>
      </p:sp>
      <p:sp>
        <p:nvSpPr>
          <p:cNvPr id="65" name="architecture-jpa">
            <a:extLst xmlns:a="http://schemas.openxmlformats.org/drawingml/2006/main">
              <a:ext uri="{FF2B5EF4-FFF2-40B4-BE49-F238E27FC236}">
                <a16:creationId xmlns:a16="http://schemas.microsoft.com/office/drawing/2014/main" id="{AAC8A0E7-92BD-4F32-8257-9773F06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48200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JPA / HIBERNATE</a:t>
            </a:r>
          </a:p>
        </p:txBody>
      </p:sp>
      <p:sp>
        <p:nvSpPr>
          <p:cNvPr id="66" name="architecture-mysql">
            <a:extLst xmlns:a="http://schemas.openxmlformats.org/drawingml/2006/main">
              <a:ext uri="{FF2B5EF4-FFF2-40B4-BE49-F238E27FC236}">
                <a16:creationId xmlns:a16="http://schemas.microsoft.com/office/drawing/2014/main" id="{125DC3A8-FDF8-4F1F-BEE6-98EE1752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054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69" name="architecture-otp">
            <a:extLst xmlns:a="http://schemas.openxmlformats.org/drawingml/2006/main">
              <a:ext uri="{FF2B5EF4-FFF2-40B4-BE49-F238E27FC236}">
                <a16:creationId xmlns:a16="http://schemas.microsoft.com/office/drawing/2014/main" id="{6448EE87-4CC5-4666-A488-02538E9A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EMAIL OTP SERVICE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87DA75-6AF1-4735-AD33-08DFBE67F27F}"/>
              </a:ext>
            </a:extLst>
          </p:cNvPr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096000" y="40576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EEAD70-747D-4ABD-9F91-FB27AE9E5F3C}"/>
              </a:ext>
            </a:extLst>
          </p:cNvPr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6096000" y="2238375"/>
            <a:ext cx="44672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CE784-4B18-46F1-98EB-43EAF0029BCD}"/>
              </a:ext>
            </a:extLst>
          </p:cNvPr>
          <p:cNvCxnSpPr>
            <a:stCxn xmlns:a="http://schemas.openxmlformats.org/drawingml/2006/main" id="55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6096000" y="2238375"/>
            <a:ext cx="21812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79C197-0578-4AFA-B157-A319B32D824B}"/>
              </a:ext>
            </a:extLst>
          </p:cNvPr>
          <p:cNvCxnSpPr>
            <a:stCxn xmlns:a="http://schemas.openxmlformats.org/drawingml/2006/main" id="54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5991225" y="2238375"/>
            <a:ext cx="10477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4A5A25-F3E2-4CF0-B1E4-AD86DF92FF77}"/>
              </a:ext>
            </a:extLst>
          </p:cNvPr>
          <p:cNvCxnSpPr>
            <a:stCxn xmlns:a="http://schemas.openxmlformats.org/drawingml/2006/main" id="5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3705225" y="2238375"/>
            <a:ext cx="239077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D7911D-8D60-4CC7-8A3D-F5D363D5E477}"/>
              </a:ext>
            </a:extLst>
          </p:cNvPr>
          <p:cNvCxnSpPr>
            <a:stCxn xmlns:a="http://schemas.openxmlformats.org/drawingml/2006/main" id="52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419225" y="2238375"/>
            <a:ext cx="467677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e5b446bd7241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MANAGEMENT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bd310fb5ec4a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55d515296948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04465f3ed440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91427F-8684-4183-B5D2-77639E20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17466CFF-3760-4A1E-BBE5-2E326C88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14</a:t>
            </a:r>
          </a:p>
        </p:txBody>
      </p:sp>
      <p:sp>
        <p:nvSpPr>
          <p:cNvPr id="52" name="entity-student">
            <a:extLst xmlns:a="http://schemas.openxmlformats.org/drawingml/2006/main">
              <a:ext uri="{FF2B5EF4-FFF2-40B4-BE49-F238E27FC236}">
                <a16:creationId xmlns:a16="http://schemas.microsoft.com/office/drawing/2014/main" id="{DDD12C52-185D-447D-AEBD-E6C17EC2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38275"/>
            <a:ext cx="1981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2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2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2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</a:t>
            </a:r>
          </a:p>
          <a:p xmlns:a="http://schemas.openxmlformats.org/drawingml/2006/main">
            <a:pPr algn="ctr">
              <a:defRPr sz="122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2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Submits complaints</a:t>
            </a:r>
          </a:p>
        </p:txBody>
      </p:sp>
      <p:sp>
        <p:nvSpPr>
          <p:cNvPr id="53" name="entity-year">
            <a:extLst xmlns:a="http://schemas.openxmlformats.org/drawingml/2006/main">
              <a:ext uri="{FF2B5EF4-FFF2-40B4-BE49-F238E27FC236}">
                <a16:creationId xmlns:a16="http://schemas.microsoft.com/office/drawing/2014/main" id="{C59E4254-B2FC-48B1-920D-4182A4E9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38275"/>
            <a:ext cx="1981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ACADEMIC YEAR</a:t>
            </a:r>
          </a:p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Students / complaints</a:t>
            </a:r>
          </a:p>
        </p:txBody>
      </p:sp>
      <p:sp>
        <p:nvSpPr>
          <p:cNvPr id="54" name="entity-admin">
            <a:extLst xmlns:a="http://schemas.openxmlformats.org/drawingml/2006/main">
              <a:ext uri="{FF2B5EF4-FFF2-40B4-BE49-F238E27FC236}">
                <a16:creationId xmlns:a16="http://schemas.microsoft.com/office/drawing/2014/main" id="{97585E4C-963C-458E-9E71-4920B2B2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38275"/>
            <a:ext cx="1981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Reviews / assigns / verifies</a:t>
            </a:r>
          </a:p>
        </p:txBody>
      </p:sp>
      <p:sp>
        <p:nvSpPr>
          <p:cNvPr id="55" name="entity-staff">
            <a:extLst xmlns:a="http://schemas.openxmlformats.org/drawingml/2006/main">
              <a:ext uri="{FF2B5EF4-FFF2-40B4-BE49-F238E27FC236}">
                <a16:creationId xmlns:a16="http://schemas.microsoft.com/office/drawing/2014/main" id="{5F23CC0C-733A-453E-90FD-129AE902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38275"/>
            <a:ext cx="1981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STAFF</a:t>
            </a:r>
          </a:p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Receives assigned complaints</a:t>
            </a:r>
          </a:p>
        </p:txBody>
      </p:sp>
      <p:sp>
        <p:nvSpPr>
          <p:cNvPr id="56" name="entity-stream">
            <a:extLst xmlns:a="http://schemas.openxmlformats.org/drawingml/2006/main">
              <a:ext uri="{FF2B5EF4-FFF2-40B4-BE49-F238E27FC236}">
                <a16:creationId xmlns:a16="http://schemas.microsoft.com/office/drawing/2014/main" id="{7942B05C-7488-43B3-A91C-27C723A5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38275"/>
            <a:ext cx="1981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STREAM</a:t>
            </a:r>
          </a:p>
          <a:p xmlns:a="http://schemas.openxmlformats.org/drawingml/2006/main">
            <a:pPr algn="ctr">
              <a:defRPr sz="118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Complaint classification</a:t>
            </a:r>
          </a:p>
        </p:txBody>
      </p:sp>
      <p:sp>
        <p:nvSpPr>
          <p:cNvPr id="57" name="entity-complaint">
            <a:extLst xmlns:a="http://schemas.openxmlformats.org/drawingml/2006/main">
              <a:ext uri="{FF2B5EF4-FFF2-40B4-BE49-F238E27FC236}">
                <a16:creationId xmlns:a16="http://schemas.microsoft.com/office/drawing/2014/main" id="{E4F9FC1A-CD10-4152-82F9-7A0A0BFA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81350"/>
            <a:ext cx="4133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REGISTERED COMPLAINT</a:t>
            </a:r>
          </a:p>
        </p:txBody>
      </p:sp>
      <p:sp>
        <p:nvSpPr>
          <p:cNvPr id="58" name="entity-history">
            <a:extLst xmlns:a="http://schemas.openxmlformats.org/drawingml/2006/main">
              <a:ext uri="{FF2B5EF4-FFF2-40B4-BE49-F238E27FC236}">
                <a16:creationId xmlns:a16="http://schemas.microsoft.com/office/drawing/2014/main" id="{1A1EFD3B-A394-4DEA-A64D-954B597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COMPLAINT HISTORY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A6DCFA-011F-4C32-9E44-5358DFCCAF39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353300" y="44291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B50CED-F203-47E1-90AE-799383F1B011}"/>
              </a:ext>
            </a:extLst>
          </p:cNvPr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5095875" y="44291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6F640F-8779-4478-8358-DEC2B70D2309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0258425" y="25717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FCED8C-7D9A-40D9-9465-D5D48BF07F24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572500" y="25717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54E8ED-CC43-484B-8B43-C1C7C6B3B2D4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886575" y="25717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8AF920-E251-4487-ABED-4046EB6859DB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5200650" y="25717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180E40-587A-43DD-A394-C0D78EF3DC1F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3514725" y="25717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CFD72E-D003-4053-BF88-9469CCE2F404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828800" y="25717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FC0"/>
            </a:solidFill>
            <a:prstDash val="solid"/>
            <a:tailEnd type="triangle" w="sm" len="sm"/>
          </a:ln>
        </p:spPr>
      </p:cxnSp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595b1ce87f4d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COMPLAINT LIFECYCLE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199d4571a648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e34d06992841d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df2a846ba448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1207AA-C8D2-4EAB-A620-0E6E591E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6819FDE5-F722-416A-9FCE-DD790B37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15</a:t>
            </a:r>
          </a:p>
        </p:txBody>
      </p:sp>
      <p:sp>
        <p:nvSpPr>
          <p:cNvPr id="52" name="lifecycle-1">
            <a:extLst xmlns:a="http://schemas.openxmlformats.org/drawingml/2006/main">
              <a:ext uri="{FF2B5EF4-FFF2-40B4-BE49-F238E27FC236}">
                <a16:creationId xmlns:a16="http://schemas.microsoft.com/office/drawing/2014/main" id="{881E26D1-4CDB-473D-B9F1-76981469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62175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53" name="lifecycle-2">
            <a:extLst xmlns:a="http://schemas.openxmlformats.org/drawingml/2006/main">
              <a:ext uri="{FF2B5EF4-FFF2-40B4-BE49-F238E27FC236}">
                <a16:creationId xmlns:a16="http://schemas.microsoft.com/office/drawing/2014/main" id="{7579ACA3-E71C-4E7C-A32D-2042A168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62175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54" name="lifecycle-3">
            <a:extLst xmlns:a="http://schemas.openxmlformats.org/drawingml/2006/main">
              <a:ext uri="{FF2B5EF4-FFF2-40B4-BE49-F238E27FC236}">
                <a16:creationId xmlns:a16="http://schemas.microsoft.com/office/drawing/2014/main" id="{C7B7E2A4-6F5B-4BA5-8098-807824F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62175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ASSIGNED</a:t>
            </a:r>
          </a:p>
        </p:txBody>
      </p:sp>
      <p:sp>
        <p:nvSpPr>
          <p:cNvPr id="55" name="lifecycle-4">
            <a:extLst xmlns:a="http://schemas.openxmlformats.org/drawingml/2006/main">
              <a:ext uri="{FF2B5EF4-FFF2-40B4-BE49-F238E27FC236}">
                <a16:creationId xmlns:a16="http://schemas.microsoft.com/office/drawing/2014/main" id="{431102E9-D15D-41C6-82E9-5469A845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62175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4288">
            <a:solidFill>
              <a:srgbClr val="C7932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6" name="lifecycle-5">
            <a:extLst xmlns:a="http://schemas.openxmlformats.org/drawingml/2006/main">
              <a:ext uri="{FF2B5EF4-FFF2-40B4-BE49-F238E27FC236}">
                <a16:creationId xmlns:a16="http://schemas.microsoft.com/office/drawing/2014/main" id="{BB5D0DA2-FC7C-4DB2-A6D2-A341A0EA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62175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4288">
            <a:solidFill>
              <a:srgbClr val="C7932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</a:t>
            </a:r>
          </a:p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57" name="lifecycle-6">
            <a:extLst xmlns:a="http://schemas.openxmlformats.org/drawingml/2006/main">
              <a:ext uri="{FF2B5EF4-FFF2-40B4-BE49-F238E27FC236}">
                <a16:creationId xmlns:a16="http://schemas.microsoft.com/office/drawing/2014/main" id="{52A69E25-3C03-4239-8413-AD246ECC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62175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58" name="lifecycle-7">
            <a:extLst xmlns:a="http://schemas.openxmlformats.org/drawingml/2006/main">
              <a:ext uri="{FF2B5EF4-FFF2-40B4-BE49-F238E27FC236}">
                <a16:creationId xmlns:a16="http://schemas.microsoft.com/office/drawing/2014/main" id="{C91723F0-4112-40CA-9CA0-3551D2FC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62175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0"/>
          </a:solidFill>
          <a:ln xmlns:a="http://schemas.openxmlformats.org/drawingml/2006/main" w="14288">
            <a:solidFill>
              <a:srgbClr val="45854B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33A2EF-9C2B-4FBB-805D-87D21AD0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06F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FC0"/>
                </a:solidFill>
                <a:latin typeface="Arial"/>
                <a:ea typeface="Arial"/>
                <a:cs typeface="Arial"/>
              </a:rPr>
              <a:t>REOPEN BRANCH</a:t>
            </a:r>
          </a:p>
        </p:txBody>
      </p:sp>
      <p:sp>
        <p:nvSpPr>
          <p:cNvPr id="66" name="lifecycle-reopen-submitted">
            <a:extLst xmlns:a="http://schemas.openxmlformats.org/drawingml/2006/main">
              <a:ext uri="{FF2B5EF4-FFF2-40B4-BE49-F238E27FC236}">
                <a16:creationId xmlns:a16="http://schemas.microsoft.com/office/drawing/2014/main" id="{406C5652-08E8-461C-A127-A2165B7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38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4288">
            <a:solidFill>
              <a:srgbClr val="C7932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</a:t>
            </a:r>
          </a:p>
          <a:p xmlns:a="http://schemas.openxmlformats.org/drawingml/2006/main">
            <a:pPr algn="ctr">
              <a:defRPr sz="12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67" name="lifecycle-reopened">
            <a:extLst xmlns:a="http://schemas.openxmlformats.org/drawingml/2006/main">
              <a:ext uri="{FF2B5EF4-FFF2-40B4-BE49-F238E27FC236}">
                <a16:creationId xmlns:a16="http://schemas.microsoft.com/office/drawing/2014/main" id="{CF88B8D0-560F-45A2-A251-02373CAC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38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0"/>
          </a:solidFill>
          <a:ln xmlns:a="http://schemas.openxmlformats.org/drawingml/2006/main" w="14288">
            <a:solidFill>
              <a:srgbClr val="C75A4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REOPENED</a:t>
            </a:r>
          </a:p>
        </p:txBody>
      </p:sp>
      <p:sp>
        <p:nvSpPr>
          <p:cNvPr id="68" name="lifecycle-reopened-progress">
            <a:extLst xmlns:a="http://schemas.openxmlformats.org/drawingml/2006/main">
              <a:ext uri="{FF2B5EF4-FFF2-40B4-BE49-F238E27FC236}">
                <a16:creationId xmlns:a16="http://schemas.microsoft.com/office/drawing/2014/main" id="{27FCB7F8-45BF-4DCB-9763-07996BF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38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4288">
            <a:solidFill>
              <a:srgbClr val="C7932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6F7E88-8B82-4AFF-B261-4CE73273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054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 reopens the complaint when the submitted solution does not resolve it.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C8037E44-FDDB-4435-B70B-82A7FA502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c9a76ce3e24f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384" y="-319670"/>
            <a:ext cx="2032633" cy="20326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43C92762-115C-41A0-A7C5-4C3C2987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50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127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FUTURE ENHANCEMENTS</a:t>
            </a:r>
            <a:endParaRPr sz="5400"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224F13A1-0D16-4CA0-AE91-E266D26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EAC8ED32-64FE-4FA1-A97B-AE4679ED9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pic>
        <p:nvPic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E16D25CD-C44D-4A7B-86ED-7F19A35C8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23c79b60c747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667" y="224367"/>
            <a:ext cx="845933" cy="944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74803D37-A016-4BEF-8415-E1F3FE858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93a5d625234c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5209" y="152400"/>
            <a:ext cx="1211791" cy="14264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5EA3C88-2BC6-416B-B21D-A4B10592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2c693972e446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8400" y="70501"/>
            <a:ext cx="1868119" cy="1252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33729D77-9874-4348-A8A3-0862892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5" y="2271350"/>
            <a:ext cx="10672800" cy="39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​</a:t>
            </a:r>
            <a:endParaRPr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428B56-F4B8-4F81-AE5E-189140B9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51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4537FD70-210F-49B3-870F-AF88CB49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16</a:t>
            </a:r>
          </a:p>
        </p:txBody>
      </p:sp>
      <p:sp>
        <p:nvSpPr>
          <p:cNvPr id="52" name="future-scope-label">
            <a:extLst xmlns:a="http://schemas.openxmlformats.org/drawingml/2006/main">
              <a:ext uri="{FF2B5EF4-FFF2-40B4-BE49-F238E27FC236}">
                <a16:creationId xmlns:a16="http://schemas.microsoft.com/office/drawing/2014/main" id="{5AF07620-5957-4857-8518-1660942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295400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14288">
            <a:solidFill>
              <a:srgbClr val="006FC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FF5A9B-A9B1-42E8-AD03-84CC77D9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52625"/>
            <a:ext cx="36385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973C66-1FEA-48C0-8B36-E958BB5B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5262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NOTIFICATIONS &amp; INSIGHT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105C62-50E1-4308-B60A-48DE708F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34099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Email / SMS status notifications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Analytics dashboard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Complaint trend analysis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414096-A225-438A-9DE8-8298B02A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52625"/>
            <a:ext cx="36385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569AEE-0149-4513-B5C5-558CB3B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5262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TOOLS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AFAE59-E7B9-44DC-AF22-4501F038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28875"/>
            <a:ext cx="34099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SLA and escalation management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Advanced search and filtering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Mobile application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D40E95-7C29-4D0A-A3E0-07243F17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6385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6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691A2A-DE8C-41A5-BD6D-4B1DFEE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9525">
            <a:solidFill>
              <a:srgbClr val="006FC0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AUTOMATION &amp; REPORTING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D5E4DB-2668-4FFF-B852-6581330E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28875"/>
            <a:ext cx="34099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Automated complaint categorization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AI-assisted grievance prioritization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 More detailed reporting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D6308C-CFD7-439F-9A50-252D7C55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673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38" i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38" i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38" i="1">
                <a:solidFill>
                  <a:srgbClr val="52616B"/>
                </a:solidFill>
                <a:latin typeface="Arial"/>
                <a:ea typeface="Arial"/>
                <a:cs typeface="Arial"/>
              </a:rPr>
              <a:t>These are future enhancements, not current system features.</a:t>
            </a:r>
          </a:p>
        </p:txBody>
      </p:sp>
    </p:spTree>
    <p:extLst>
      <p:ext uri="{BB962C8B-B14F-4D97-AF65-F5344CB8AC3E}">
        <p14:creationId xmlns:p14="http://schemas.microsoft.com/office/powerpoint/2010/main" val="9598860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BCB6606A-8FCC-454D-B0C9-2992E57E2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4571" y="215932"/>
            <a:ext cx="596265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08359340-1B1E-4E26-8E58-CB2AA294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82475" cy="619125"/>
          </a:xfrm>
          <a:custGeom xmlns:a="http://schemas.openxmlformats.org/drawingml/2006/main">
            <a:rect l="l" t="t" r="r" b="b"/>
            <a:pathLst>
              <a:path w="12182475" h="619125">
                <a:moveTo>
                  <a:pt x="12182475" y="0"/>
                </a:moveTo>
                <a:lnTo>
                  <a:pt x="0" y="0"/>
                </a:lnTo>
                <a:lnTo>
                  <a:pt x="0" y="619125"/>
                </a:lnTo>
                <a:lnTo>
                  <a:pt x="12182475" y="619125"/>
                </a:lnTo>
                <a:lnTo>
                  <a:pt x="12182475" y="0"/>
                </a:lnTo>
                <a:close/>
              </a:path>
            </a:pathLst>
          </a:custGeom>
          <a:solidFill xmlns:a="http://schemas.openxmlformats.org/drawingml/2006/main">
            <a:srgbClr val="006FC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7AA44E95-831A-47D4-9134-1BBDCD8AAA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3939" y="6440462"/>
            <a:ext cx="136525" cy="27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marL="3810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rgbClr val="006FC0"/>
                </a:solidFill>
                <a:latin typeface="Verdana"/>
                <a:ea typeface="Verdana"/>
                <a:cs typeface="Verdana"/>
              </a:defRPr>
            </a:pPr>
            <a:fld id="{714796A4-55A5-FD1E-C65A-DBFC1F82BC64}" type="slidenum">
              <a:rPr sz="100">
                <a:solidFill>
                  <a:srgbClr val="006FC0"/>
                </a:solidFill>
                <a:latin typeface="Verdana"/>
                <a:ea typeface="Verdana"/>
                <a:cs typeface="Verdana"/>
              </a:rPr>
              <a:t>​</a:t>
            </a:fld>
            <a:endParaRPr/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F2603E2C-27C2-40B5-9F6E-0654E8C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075" y="1838150"/>
            <a:ext cx="4511700" cy="588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</a:rPr>
              <a:t>​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E2EA289-9C70-4EC5-A185-2D251D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0"/>
          </a:solidFill>
          <a:ln xmlns:a="http://schemas.openxmlformats.org/drawingml/2006/main" w="0">
            <a:solidFill>
              <a:srgbClr val="006FC0"/>
            </a:solidFill>
            <a:prstDash val="solid"/>
          </a:ln>
        </p:spPr>
      </p:sp>
      <p:sp>
        <p:nvSpPr>
          <p:cNvPr id="97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6DA5946F-F55D-4137-8D14-9295CE0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6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 algn="ctr">
              <a:defRPr sz="110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0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17</a:t>
            </a:r>
          </a:p>
        </p:txBody>
      </p:sp>
      <p:sp>
        <p:nvSpPr>
          <p:cNvPr id="98" name="thank-project">
            <a:extLst xmlns:a="http://schemas.openxmlformats.org/drawingml/2006/main">
              <a:ext uri="{FF2B5EF4-FFF2-40B4-BE49-F238E27FC236}">
                <a16:creationId xmlns:a16="http://schemas.microsoft.com/office/drawing/2014/main" id="{2FF0A2B5-0302-4EA2-B1D9-B2DDE311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47850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COLLEGE GRIEVANCE MANAGEMENT SYSTEM</a:t>
            </a:r>
          </a:p>
        </p:txBody>
      </p:sp>
      <p:sp>
        <p:nvSpPr>
          <p:cNvPr id="99" name="thank-tagline">
            <a:extLst xmlns:a="http://schemas.openxmlformats.org/drawingml/2006/main">
              <a:ext uri="{FF2B5EF4-FFF2-40B4-BE49-F238E27FC236}">
                <a16:creationId xmlns:a16="http://schemas.microsoft.com/office/drawing/2014/main" id="{05EE1E1D-DC54-4C2E-932E-A7C838A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193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“Transparent Grievances. Faster Resolution. Better Campus.”</a:t>
            </a:r>
          </a:p>
        </p:txBody>
      </p:sp>
      <p:sp>
        <p:nvSpPr>
          <p:cNvPr id="100" name="thank-team">
            <a:extLst xmlns:a="http://schemas.openxmlformats.org/drawingml/2006/main">
              <a:ext uri="{FF2B5EF4-FFF2-40B4-BE49-F238E27FC236}">
                <a16:creationId xmlns:a16="http://schemas.microsoft.com/office/drawing/2014/main" id="{5881A5AD-BA58-4ACD-8935-8B23048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099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Name: [INSERT TEAM NAME]</a:t>
            </a:r>
          </a:p>
        </p:txBody>
      </p:sp>
      <p:sp>
        <p:nvSpPr>
          <p:cNvPr id="101" name="thank-members">
            <a:extLst xmlns:a="http://schemas.openxmlformats.org/drawingml/2006/main">
              <a:ext uri="{FF2B5EF4-FFF2-40B4-BE49-F238E27FC236}">
                <a16:creationId xmlns:a16="http://schemas.microsoft.com/office/drawing/2014/main" id="{235AACC7-2F4F-45CF-9BF0-13BCE11F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766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Members: [INSERT TEAM MEMBERS]</a:t>
            </a:r>
          </a:p>
        </p:txBody>
      </p:sp>
    </p:spTree>
    <p:extLst>
      <p:ext uri="{BB962C8B-B14F-4D97-AF65-F5344CB8AC3E}">
        <p14:creationId xmlns:p14="http://schemas.microsoft.com/office/powerpoint/2010/main" val="20577663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2026-10-08T09:42:45.7630000Z</dcterms:created>
  <dcterms:modified xsi:type="dcterms:W3CDTF">2026-10-08T09:42:45.7630000Z</dcterms:modified>
</coreProperties>
</file>